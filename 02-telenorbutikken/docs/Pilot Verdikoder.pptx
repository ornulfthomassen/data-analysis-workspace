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13"/>
  </p:notesMasterIdLst>
  <p:handoutMasterIdLst>
    <p:handoutMasterId r:id="rId14"/>
  </p:handoutMasterIdLst>
  <p:sldIdLst>
    <p:sldId id="279" r:id="rId5"/>
    <p:sldId id="322" r:id="rId6"/>
    <p:sldId id="323" r:id="rId7"/>
    <p:sldId id="317" r:id="rId8"/>
    <p:sldId id="326" r:id="rId9"/>
    <p:sldId id="324" r:id="rId10"/>
    <p:sldId id="321" r:id="rId11"/>
    <p:sldId id="325" r:id="rId12"/>
  </p:sldIdLst>
  <p:sldSz cx="12192000" cy="6858000"/>
  <p:notesSz cx="6858000" cy="9144000"/>
  <p:embeddedFontLst>
    <p:embeddedFont>
      <p:font typeface="TelenorEvolution PPT" panose="020B0604020202020204" charset="0"/>
      <p:regular r:id="rId15"/>
      <p:bold r:id="rId16"/>
      <p:italic r:id="rId17"/>
      <p:boldItalic r:id="rId18"/>
    </p:embeddedFont>
    <p:embeddedFont>
      <p:font typeface="TelenorEvolutionPPT-Light" panose="020B0604020202020204" charset="0"/>
      <p:regular r:id="rId19"/>
      <p:bold r:id="rId20"/>
      <p:italic r:id="rId21"/>
      <p:boldItalic r:id="rId22"/>
    </p:embeddedFont>
  </p:embeddedFontLst>
  <p:defaultText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0AD"/>
    <a:srgbClr val="FFFDEC"/>
    <a:srgbClr val="ADFFFE"/>
    <a:srgbClr val="F6FFF7"/>
    <a:srgbClr val="FFF9F6"/>
    <a:srgbClr val="FFF5FA"/>
    <a:srgbClr val="FFD0AE"/>
    <a:srgbClr val="FFF5F9"/>
    <a:srgbClr val="FFB8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Ingen stil, tabellrutenett">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Ingen stil, ingen rutenett">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ys stil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iddels stil 2 – uthev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ys stil 2 – utheving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404" autoAdjust="0"/>
  </p:normalViewPr>
  <p:slideViewPr>
    <p:cSldViewPr snapToGrid="0">
      <p:cViewPr>
        <p:scale>
          <a:sx n="70" d="100"/>
          <a:sy n="70" d="100"/>
        </p:scale>
        <p:origin x="32" y="32"/>
      </p:cViewPr>
      <p:guideLst/>
    </p:cSldViewPr>
  </p:slideViewPr>
  <p:notesTextViewPr>
    <p:cViewPr>
      <p:scale>
        <a:sx n="1" d="1"/>
        <a:sy n="1" d="1"/>
      </p:scale>
      <p:origin x="0" y="0"/>
    </p:cViewPr>
  </p:notesTextViewPr>
  <p:sorterViewPr>
    <p:cViewPr varScale="1">
      <p:scale>
        <a:sx n="100" d="100"/>
        <a:sy n="100" d="100"/>
      </p:scale>
      <p:origin x="0" y="-1048"/>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7.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 Id="rId22" Type="http://schemas.openxmlformats.org/officeDocument/2006/relationships/font" Target="fonts/font8.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a:extLst>
              <a:ext uri="{FF2B5EF4-FFF2-40B4-BE49-F238E27FC236}">
                <a16:creationId xmlns:a16="http://schemas.microsoft.com/office/drawing/2014/main" id="{192D7BEB-D096-76FF-553B-849C0BA62CE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a:extLst>
              <a:ext uri="{FF2B5EF4-FFF2-40B4-BE49-F238E27FC236}">
                <a16:creationId xmlns:a16="http://schemas.microsoft.com/office/drawing/2014/main" id="{B3E5A3A9-4556-3B71-70C0-771DAA4246F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AC6EA20-0840-4B60-A7DF-47983B442C9F}" type="datetimeFigureOut">
              <a:rPr lang="nb-NO" smtClean="0"/>
              <a:t>23.01.2026</a:t>
            </a:fld>
            <a:endParaRPr lang="nb-NO"/>
          </a:p>
        </p:txBody>
      </p:sp>
      <p:sp>
        <p:nvSpPr>
          <p:cNvPr id="4" name="Plassholder for bunntekst 3">
            <a:extLst>
              <a:ext uri="{FF2B5EF4-FFF2-40B4-BE49-F238E27FC236}">
                <a16:creationId xmlns:a16="http://schemas.microsoft.com/office/drawing/2014/main" id="{2C871261-EFDF-13D4-5403-7C38F73D7B0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5" name="Plassholder for lysbildenummer 4">
            <a:extLst>
              <a:ext uri="{FF2B5EF4-FFF2-40B4-BE49-F238E27FC236}">
                <a16:creationId xmlns:a16="http://schemas.microsoft.com/office/drawing/2014/main" id="{FD8168DE-04AE-0909-7A08-E28AF70F06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3E3234-8599-4DD5-94C8-355D0E04706F}" type="slidenum">
              <a:rPr lang="nb-NO" smtClean="0"/>
              <a:t>‹#›</a:t>
            </a:fld>
            <a:endParaRPr lang="nb-NO"/>
          </a:p>
        </p:txBody>
      </p:sp>
    </p:spTree>
    <p:extLst>
      <p:ext uri="{BB962C8B-B14F-4D97-AF65-F5344CB8AC3E}">
        <p14:creationId xmlns:p14="http://schemas.microsoft.com/office/powerpoint/2010/main" val="379546292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BC1E7B-BF52-F34C-A8A5-3EDA31C48EEC}" type="datetimeFigureOut">
              <a:rPr lang="en-GB" smtClean="0"/>
              <a:t>23/01/2026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
              <a:t>Klikk for å redigere maltekststiler</a:t>
            </a:r>
          </a:p>
          <a:p>
            <a:pPr lvl="1"/>
            <a:r>
              <a:rPr lang="nb"/>
              <a:t>Andre nivå</a:t>
            </a:r>
          </a:p>
          <a:p>
            <a:pPr lvl="2"/>
            <a:r>
              <a:rPr lang="nb"/>
              <a:t>Tredje nivå</a:t>
            </a:r>
          </a:p>
          <a:p>
            <a:pPr lvl="3"/>
            <a:r>
              <a:rPr lang="nb"/>
              <a:t>Fjerde nivå</a:t>
            </a:r>
          </a:p>
          <a:p>
            <a:pPr lvl="4"/>
            <a:r>
              <a:rPr lang="nb"/>
              <a:t>Femte nivå</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2A2A1D-4381-7944-A115-0AF78503C252}" type="slidenum">
              <a:rPr lang="en-GB" smtClean="0"/>
              <a:t>‹#›</a:t>
            </a:fld>
            <a:endParaRPr lang="en-GB"/>
          </a:p>
        </p:txBody>
      </p:sp>
    </p:spTree>
    <p:extLst>
      <p:ext uri="{BB962C8B-B14F-4D97-AF65-F5344CB8AC3E}">
        <p14:creationId xmlns:p14="http://schemas.microsoft.com/office/powerpoint/2010/main" val="494770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dirty="0"/>
          </a:p>
        </p:txBody>
      </p:sp>
      <p:sp>
        <p:nvSpPr>
          <p:cNvPr id="4" name="Plassholder for lysbildenummer 3"/>
          <p:cNvSpPr>
            <a:spLocks noGrp="1"/>
          </p:cNvSpPr>
          <p:nvPr>
            <p:ph type="sldNum" sz="quarter" idx="5"/>
          </p:nvPr>
        </p:nvSpPr>
        <p:spPr/>
        <p:txBody>
          <a:bodyPr/>
          <a:lstStyle/>
          <a:p>
            <a:fld id="{382A2A1D-4381-7944-A115-0AF78503C252}" type="slidenum">
              <a:rPr lang="en-GB" smtClean="0"/>
              <a:t>1</a:t>
            </a:fld>
            <a:endParaRPr lang="en-GB"/>
          </a:p>
        </p:txBody>
      </p:sp>
    </p:spTree>
    <p:extLst>
      <p:ext uri="{BB962C8B-B14F-4D97-AF65-F5344CB8AC3E}">
        <p14:creationId xmlns:p14="http://schemas.microsoft.com/office/powerpoint/2010/main" val="18930035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6EEFF-F1C0-3043-B88E-A22B551E41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7A0DF7-46DE-2842-70AF-2D771C5BCE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DEB0E7-D8C1-69DD-8F23-4984CDD70C9A}"/>
              </a:ext>
            </a:extLst>
          </p:cNvPr>
          <p:cNvSpPr>
            <a:spLocks noGrp="1"/>
          </p:cNvSpPr>
          <p:nvPr>
            <p:ph type="body" idx="1"/>
          </p:nvPr>
        </p:nvSpPr>
        <p:spPr/>
        <p:txBody>
          <a:bodyPr/>
          <a:lstStyle/>
          <a:p>
            <a:pPr marL="171450" indent="-171450">
              <a:buFont typeface="Arial" panose="020B0604020202020204" pitchFamily="34" charset="0"/>
              <a:buChar char="•"/>
            </a:pPr>
            <a:endParaRPr lang="nb-NO" dirty="0"/>
          </a:p>
          <a:p>
            <a:pPr marL="171450" indent="-171450">
              <a:buFont typeface="Arial" panose="020B0604020202020204" pitchFamily="34" charset="0"/>
              <a:buChar char="•"/>
            </a:pPr>
            <a:endParaRPr lang="nb-NO" dirty="0"/>
          </a:p>
        </p:txBody>
      </p:sp>
      <p:sp>
        <p:nvSpPr>
          <p:cNvPr id="4" name="Slide Number Placeholder 3">
            <a:extLst>
              <a:ext uri="{FF2B5EF4-FFF2-40B4-BE49-F238E27FC236}">
                <a16:creationId xmlns:a16="http://schemas.microsoft.com/office/drawing/2014/main" id="{F23C1FC4-C933-A427-19C0-AFF19C382FDA}"/>
              </a:ext>
            </a:extLst>
          </p:cNvPr>
          <p:cNvSpPr>
            <a:spLocks noGrp="1"/>
          </p:cNvSpPr>
          <p:nvPr>
            <p:ph type="sldNum" sz="quarter" idx="5"/>
          </p:nvPr>
        </p:nvSpPr>
        <p:spPr/>
        <p:txBody>
          <a:bodyPr/>
          <a:lstStyle/>
          <a:p>
            <a:fld id="{382A2A1D-4381-7944-A115-0AF78503C252}" type="slidenum">
              <a:rPr lang="en-GB" smtClean="0"/>
              <a:t>2</a:t>
            </a:fld>
            <a:endParaRPr lang="en-GB"/>
          </a:p>
        </p:txBody>
      </p:sp>
    </p:spTree>
    <p:extLst>
      <p:ext uri="{BB962C8B-B14F-4D97-AF65-F5344CB8AC3E}">
        <p14:creationId xmlns:p14="http://schemas.microsoft.com/office/powerpoint/2010/main" val="1318155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CBED8-EF48-F0E5-B747-92A465D317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6F37D-29B1-5443-E53F-2198213AC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385F73-8CE6-11AB-5A9B-043EA8D7033D}"/>
              </a:ext>
            </a:extLst>
          </p:cNvPr>
          <p:cNvSpPr>
            <a:spLocks noGrp="1"/>
          </p:cNvSpPr>
          <p:nvPr>
            <p:ph type="body" idx="1"/>
          </p:nvPr>
        </p:nvSpPr>
        <p:spPr/>
        <p:txBody>
          <a:bodyPr/>
          <a:lstStyle/>
          <a:p>
            <a:pPr marL="171450" indent="-171450">
              <a:buFont typeface="Arial" panose="020B0604020202020204" pitchFamily="34" charset="0"/>
              <a:buChar char="•"/>
            </a:pPr>
            <a:endParaRPr lang="nb-NO" dirty="0"/>
          </a:p>
          <a:p>
            <a:pPr marL="171450" indent="-171450">
              <a:buFont typeface="Arial" panose="020B0604020202020204" pitchFamily="34" charset="0"/>
              <a:buChar char="•"/>
            </a:pPr>
            <a:endParaRPr lang="nb-NO" dirty="0"/>
          </a:p>
        </p:txBody>
      </p:sp>
      <p:sp>
        <p:nvSpPr>
          <p:cNvPr id="4" name="Slide Number Placeholder 3">
            <a:extLst>
              <a:ext uri="{FF2B5EF4-FFF2-40B4-BE49-F238E27FC236}">
                <a16:creationId xmlns:a16="http://schemas.microsoft.com/office/drawing/2014/main" id="{00DA02AA-F3DD-BBE9-581B-732EC97A3310}"/>
              </a:ext>
            </a:extLst>
          </p:cNvPr>
          <p:cNvSpPr>
            <a:spLocks noGrp="1"/>
          </p:cNvSpPr>
          <p:nvPr>
            <p:ph type="sldNum" sz="quarter" idx="5"/>
          </p:nvPr>
        </p:nvSpPr>
        <p:spPr/>
        <p:txBody>
          <a:bodyPr/>
          <a:lstStyle/>
          <a:p>
            <a:fld id="{382A2A1D-4381-7944-A115-0AF78503C252}" type="slidenum">
              <a:rPr lang="en-GB" smtClean="0"/>
              <a:t>3</a:t>
            </a:fld>
            <a:endParaRPr lang="en-GB"/>
          </a:p>
        </p:txBody>
      </p:sp>
    </p:spTree>
    <p:extLst>
      <p:ext uri="{BB962C8B-B14F-4D97-AF65-F5344CB8AC3E}">
        <p14:creationId xmlns:p14="http://schemas.microsoft.com/office/powerpoint/2010/main" val="438322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34FB9-D1A1-8266-11B5-0B397362B7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A5FB83-FB22-5CDB-066F-C9FBDE20C8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1A2599-FE62-2CA4-08B4-F858ED1EE8AC}"/>
              </a:ext>
            </a:extLst>
          </p:cNvPr>
          <p:cNvSpPr>
            <a:spLocks noGrp="1"/>
          </p:cNvSpPr>
          <p:nvPr>
            <p:ph type="body" idx="1"/>
          </p:nvPr>
        </p:nvSpPr>
        <p:spPr/>
        <p:txBody>
          <a:bodyPr/>
          <a:lstStyle/>
          <a:p>
            <a:pPr marL="171450" indent="-171450">
              <a:buFont typeface="Arial" panose="020B0604020202020204" pitchFamily="34" charset="0"/>
              <a:buChar char="•"/>
            </a:pPr>
            <a:endParaRPr lang="nb-NO" dirty="0"/>
          </a:p>
          <a:p>
            <a:pPr marL="171450" indent="-171450">
              <a:buFont typeface="Arial" panose="020B0604020202020204" pitchFamily="34" charset="0"/>
              <a:buChar char="•"/>
            </a:pPr>
            <a:endParaRPr lang="nb-NO" dirty="0"/>
          </a:p>
        </p:txBody>
      </p:sp>
      <p:sp>
        <p:nvSpPr>
          <p:cNvPr id="4" name="Slide Number Placeholder 3">
            <a:extLst>
              <a:ext uri="{FF2B5EF4-FFF2-40B4-BE49-F238E27FC236}">
                <a16:creationId xmlns:a16="http://schemas.microsoft.com/office/drawing/2014/main" id="{64814116-0A2B-4C09-6C01-EE921972AF1C}"/>
              </a:ext>
            </a:extLst>
          </p:cNvPr>
          <p:cNvSpPr>
            <a:spLocks noGrp="1"/>
          </p:cNvSpPr>
          <p:nvPr>
            <p:ph type="sldNum" sz="quarter" idx="5"/>
          </p:nvPr>
        </p:nvSpPr>
        <p:spPr/>
        <p:txBody>
          <a:bodyPr/>
          <a:lstStyle/>
          <a:p>
            <a:fld id="{382A2A1D-4381-7944-A115-0AF78503C252}" type="slidenum">
              <a:rPr lang="en-GB" smtClean="0"/>
              <a:t>4</a:t>
            </a:fld>
            <a:endParaRPr lang="en-GB"/>
          </a:p>
        </p:txBody>
      </p:sp>
    </p:spTree>
    <p:extLst>
      <p:ext uri="{BB962C8B-B14F-4D97-AF65-F5344CB8AC3E}">
        <p14:creationId xmlns:p14="http://schemas.microsoft.com/office/powerpoint/2010/main" val="2762132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9DBA6-F9A0-B615-C88D-B38156F3BA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291B07-E8AA-19CC-52A2-9779000DB7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C2D4EF-4393-44F4-CC0C-35CB7D5E851B}"/>
              </a:ext>
            </a:extLst>
          </p:cNvPr>
          <p:cNvSpPr>
            <a:spLocks noGrp="1"/>
          </p:cNvSpPr>
          <p:nvPr>
            <p:ph type="body" idx="1"/>
          </p:nvPr>
        </p:nvSpPr>
        <p:spPr/>
        <p:txBody>
          <a:bodyPr/>
          <a:lstStyle/>
          <a:p>
            <a:pPr marL="0" indent="0">
              <a:buFont typeface="Arial" panose="020B0604020202020204" pitchFamily="34" charset="0"/>
              <a:buNone/>
            </a:pPr>
            <a:endParaRPr lang="nb-NO" dirty="0"/>
          </a:p>
        </p:txBody>
      </p:sp>
      <p:sp>
        <p:nvSpPr>
          <p:cNvPr id="4" name="Slide Number Placeholder 3">
            <a:extLst>
              <a:ext uri="{FF2B5EF4-FFF2-40B4-BE49-F238E27FC236}">
                <a16:creationId xmlns:a16="http://schemas.microsoft.com/office/drawing/2014/main" id="{4FF271DC-7BD7-6CEB-6749-E9B949CCBBE7}"/>
              </a:ext>
            </a:extLst>
          </p:cNvPr>
          <p:cNvSpPr>
            <a:spLocks noGrp="1"/>
          </p:cNvSpPr>
          <p:nvPr>
            <p:ph type="sldNum" sz="quarter" idx="5"/>
          </p:nvPr>
        </p:nvSpPr>
        <p:spPr/>
        <p:txBody>
          <a:bodyPr/>
          <a:lstStyle/>
          <a:p>
            <a:fld id="{382A2A1D-4381-7944-A115-0AF78503C252}" type="slidenum">
              <a:rPr lang="en-GB" smtClean="0"/>
              <a:t>5</a:t>
            </a:fld>
            <a:endParaRPr lang="en-GB"/>
          </a:p>
        </p:txBody>
      </p:sp>
    </p:spTree>
    <p:extLst>
      <p:ext uri="{BB962C8B-B14F-4D97-AF65-F5344CB8AC3E}">
        <p14:creationId xmlns:p14="http://schemas.microsoft.com/office/powerpoint/2010/main" val="3018669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E359F-9F83-4447-9D3A-1478B1C946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8721F-8C63-D72B-100F-B6B5A093AE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3CD31F-A8BA-786E-8CF9-B7FBD102FB25}"/>
              </a:ext>
            </a:extLst>
          </p:cNvPr>
          <p:cNvSpPr>
            <a:spLocks noGrp="1"/>
          </p:cNvSpPr>
          <p:nvPr>
            <p:ph type="body" idx="1"/>
          </p:nvPr>
        </p:nvSpPr>
        <p:spPr/>
        <p:txBody>
          <a:bodyPr/>
          <a:lstStyle/>
          <a:p>
            <a:pPr marL="171450" indent="-171450">
              <a:buFont typeface="Arial" panose="020B0604020202020204" pitchFamily="34" charset="0"/>
              <a:buChar char="•"/>
            </a:pPr>
            <a:endParaRPr lang="nb-NO" dirty="0"/>
          </a:p>
          <a:p>
            <a:pPr marL="171450" indent="-171450">
              <a:buFont typeface="Arial" panose="020B0604020202020204" pitchFamily="34" charset="0"/>
              <a:buChar char="•"/>
            </a:pPr>
            <a:endParaRPr lang="nb-NO" dirty="0"/>
          </a:p>
        </p:txBody>
      </p:sp>
      <p:sp>
        <p:nvSpPr>
          <p:cNvPr id="4" name="Slide Number Placeholder 3">
            <a:extLst>
              <a:ext uri="{FF2B5EF4-FFF2-40B4-BE49-F238E27FC236}">
                <a16:creationId xmlns:a16="http://schemas.microsoft.com/office/drawing/2014/main" id="{F9611E8D-3269-D0E3-9FF5-03C357D8155F}"/>
              </a:ext>
            </a:extLst>
          </p:cNvPr>
          <p:cNvSpPr>
            <a:spLocks noGrp="1"/>
          </p:cNvSpPr>
          <p:nvPr>
            <p:ph type="sldNum" sz="quarter" idx="5"/>
          </p:nvPr>
        </p:nvSpPr>
        <p:spPr/>
        <p:txBody>
          <a:bodyPr/>
          <a:lstStyle/>
          <a:p>
            <a:fld id="{382A2A1D-4381-7944-A115-0AF78503C252}" type="slidenum">
              <a:rPr lang="en-GB" smtClean="0"/>
              <a:t>6</a:t>
            </a:fld>
            <a:endParaRPr lang="en-GB"/>
          </a:p>
        </p:txBody>
      </p:sp>
    </p:spTree>
    <p:extLst>
      <p:ext uri="{BB962C8B-B14F-4D97-AF65-F5344CB8AC3E}">
        <p14:creationId xmlns:p14="http://schemas.microsoft.com/office/powerpoint/2010/main" val="3396941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702E5-2E5B-4F5E-7230-4380930804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1E436-793A-EF0C-DB2A-F9EDBC5FF7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C6C90-8C11-0A09-37BF-ABC850833304}"/>
              </a:ext>
            </a:extLst>
          </p:cNvPr>
          <p:cNvSpPr>
            <a:spLocks noGrp="1"/>
          </p:cNvSpPr>
          <p:nvPr>
            <p:ph type="body" idx="1"/>
          </p:nvPr>
        </p:nvSpPr>
        <p:spPr/>
        <p:txBody>
          <a:bodyPr/>
          <a:lstStyle/>
          <a:p>
            <a:pPr marL="171450" indent="-171450">
              <a:buFont typeface="Arial" panose="020B0604020202020204" pitchFamily="34" charset="0"/>
              <a:buChar char="•"/>
            </a:pPr>
            <a:endParaRPr lang="nb-NO" dirty="0"/>
          </a:p>
          <a:p>
            <a:pPr marL="171450" indent="-171450">
              <a:buFont typeface="Arial" panose="020B0604020202020204" pitchFamily="34" charset="0"/>
              <a:buChar char="•"/>
            </a:pPr>
            <a:endParaRPr lang="nb-NO" dirty="0"/>
          </a:p>
        </p:txBody>
      </p:sp>
      <p:sp>
        <p:nvSpPr>
          <p:cNvPr id="4" name="Slide Number Placeholder 3">
            <a:extLst>
              <a:ext uri="{FF2B5EF4-FFF2-40B4-BE49-F238E27FC236}">
                <a16:creationId xmlns:a16="http://schemas.microsoft.com/office/drawing/2014/main" id="{18EF5ADB-8EF7-3A29-C918-18B966C51C9C}"/>
              </a:ext>
            </a:extLst>
          </p:cNvPr>
          <p:cNvSpPr>
            <a:spLocks noGrp="1"/>
          </p:cNvSpPr>
          <p:nvPr>
            <p:ph type="sldNum" sz="quarter" idx="5"/>
          </p:nvPr>
        </p:nvSpPr>
        <p:spPr/>
        <p:txBody>
          <a:bodyPr/>
          <a:lstStyle/>
          <a:p>
            <a:fld id="{382A2A1D-4381-7944-A115-0AF78503C252}" type="slidenum">
              <a:rPr lang="en-GB" smtClean="0"/>
              <a:t>7</a:t>
            </a:fld>
            <a:endParaRPr lang="en-GB"/>
          </a:p>
        </p:txBody>
      </p:sp>
    </p:spTree>
    <p:extLst>
      <p:ext uri="{BB962C8B-B14F-4D97-AF65-F5344CB8AC3E}">
        <p14:creationId xmlns:p14="http://schemas.microsoft.com/office/powerpoint/2010/main" val="2735370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3347B-8792-C04C-27F5-FC19BED6F7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EDAED-B701-CD0D-07ED-3C558D28A2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BB865A-294B-E953-2178-159CA6A92225}"/>
              </a:ext>
            </a:extLst>
          </p:cNvPr>
          <p:cNvSpPr>
            <a:spLocks noGrp="1"/>
          </p:cNvSpPr>
          <p:nvPr>
            <p:ph type="body" idx="1"/>
          </p:nvPr>
        </p:nvSpPr>
        <p:spPr/>
        <p:txBody>
          <a:bodyPr/>
          <a:lstStyle/>
          <a:p>
            <a:pPr marL="171450" indent="-171450">
              <a:buFont typeface="Arial" panose="020B0604020202020204" pitchFamily="34" charset="0"/>
              <a:buChar char="•"/>
            </a:pPr>
            <a:endParaRPr lang="nb-NO" dirty="0"/>
          </a:p>
          <a:p>
            <a:pPr marL="171450" indent="-171450">
              <a:buFont typeface="Arial" panose="020B0604020202020204" pitchFamily="34" charset="0"/>
              <a:buChar char="•"/>
            </a:pPr>
            <a:endParaRPr lang="nb-NO" dirty="0"/>
          </a:p>
        </p:txBody>
      </p:sp>
      <p:sp>
        <p:nvSpPr>
          <p:cNvPr id="4" name="Slide Number Placeholder 3">
            <a:extLst>
              <a:ext uri="{FF2B5EF4-FFF2-40B4-BE49-F238E27FC236}">
                <a16:creationId xmlns:a16="http://schemas.microsoft.com/office/drawing/2014/main" id="{0217A71E-5A58-B1A4-40BD-9E665CEFDB66}"/>
              </a:ext>
            </a:extLst>
          </p:cNvPr>
          <p:cNvSpPr>
            <a:spLocks noGrp="1"/>
          </p:cNvSpPr>
          <p:nvPr>
            <p:ph type="sldNum" sz="quarter" idx="5"/>
          </p:nvPr>
        </p:nvSpPr>
        <p:spPr/>
        <p:txBody>
          <a:bodyPr/>
          <a:lstStyle/>
          <a:p>
            <a:fld id="{382A2A1D-4381-7944-A115-0AF78503C252}" type="slidenum">
              <a:rPr lang="en-GB" smtClean="0"/>
              <a:t>8</a:t>
            </a:fld>
            <a:endParaRPr lang="en-GB"/>
          </a:p>
        </p:txBody>
      </p:sp>
    </p:spTree>
    <p:extLst>
      <p:ext uri="{BB962C8B-B14F-4D97-AF65-F5344CB8AC3E}">
        <p14:creationId xmlns:p14="http://schemas.microsoft.com/office/powerpoint/2010/main" val="600667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Hello.">
    <p:bg>
      <p:bgRef idx="1001">
        <a:schemeClr val="bg2"/>
      </p:bgRef>
    </p:bg>
    <p:spTree>
      <p:nvGrpSpPr>
        <p:cNvPr id="1" name=""/>
        <p:cNvGrpSpPr/>
        <p:nvPr/>
      </p:nvGrpSpPr>
      <p:grpSpPr>
        <a:xfrm>
          <a:off x="0" y="0"/>
          <a:ext cx="0" cy="0"/>
          <a:chOff x="0" y="0"/>
          <a:chExt cx="0" cy="0"/>
        </a:xfrm>
      </p:grpSpPr>
      <p:sp>
        <p:nvSpPr>
          <p:cNvPr id="6" name="Graphic 8">
            <a:extLst>
              <a:ext uri="{FF2B5EF4-FFF2-40B4-BE49-F238E27FC236}">
                <a16:creationId xmlns:a16="http://schemas.microsoft.com/office/drawing/2014/main" id="{EB1BCEF7-B4AA-9CC9-AA23-F37CC13EB643}"/>
              </a:ext>
              <a:ext uri="{C183D7F6-B498-43B3-948B-1728B52AA6E4}">
                <adec:decorative xmlns:adec="http://schemas.microsoft.com/office/drawing/2017/decorative" val="1"/>
              </a:ext>
            </a:extLst>
          </p:cNvPr>
          <p:cNvSpPr>
            <a:spLocks noChangeAspect="1"/>
          </p:cNvSpPr>
          <p:nvPr/>
        </p:nvSpPr>
        <p:spPr>
          <a:xfrm>
            <a:off x="10794689" y="5626571"/>
            <a:ext cx="866855" cy="792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rgbClr val="00C8FF"/>
          </a:solidFill>
          <a:ln w="2177" cap="flat">
            <a:noFill/>
            <a:prstDash val="solid"/>
            <a:miter/>
          </a:ln>
        </p:spPr>
        <p:txBody>
          <a:bodyPr rtlCol="0" anchor="ctr"/>
          <a:lstStyle/>
          <a:p>
            <a:endParaRPr lang="nb-NO" sz="1800" noProof="0"/>
          </a:p>
        </p:txBody>
      </p:sp>
      <p:sp>
        <p:nvSpPr>
          <p:cNvPr id="5" name="Text Placeholder 13">
            <a:extLst>
              <a:ext uri="{FF2B5EF4-FFF2-40B4-BE49-F238E27FC236}">
                <a16:creationId xmlns:a16="http://schemas.microsoft.com/office/drawing/2014/main" id="{DA392D29-AA19-53A4-D453-584A5CA07FCF}"/>
              </a:ext>
            </a:extLst>
          </p:cNvPr>
          <p:cNvSpPr>
            <a:spLocks noGrp="1"/>
          </p:cNvSpPr>
          <p:nvPr>
            <p:ph type="body" sz="quarter" idx="13" hasCustomPrompt="1"/>
          </p:nvPr>
        </p:nvSpPr>
        <p:spPr>
          <a:xfrm>
            <a:off x="542970" y="3429614"/>
            <a:ext cx="5085451" cy="730969"/>
          </a:xfrm>
        </p:spPr>
        <p:txBody>
          <a:bodyPr wrap="square" anchor="t" anchorCtr="0">
            <a:spAutoFit/>
          </a:bodyPr>
          <a:lstStyle>
            <a:lvl1pPr marL="0" indent="0">
              <a:spcBef>
                <a:spcPts val="0"/>
              </a:spcBef>
              <a:buNone/>
              <a:defRPr sz="2000">
                <a:solidFill>
                  <a:schemeClr val="tx1"/>
                </a:solidFill>
              </a:defRPr>
            </a:lvl1pPr>
            <a:lvl2pPr marL="180975" indent="-180000">
              <a:buFont typeface="Arial" panose="020B0604020202020204" pitchFamily="34" charset="0"/>
              <a:buChar char="•"/>
              <a:tabLst/>
              <a:defRPr sz="2000">
                <a:solidFill>
                  <a:schemeClr val="tx1"/>
                </a:solidFill>
              </a:defRPr>
            </a:lvl2pPr>
            <a:lvl3pPr>
              <a:defRPr sz="1400"/>
            </a:lvl3pPr>
            <a:lvl4pPr>
              <a:defRPr sz="1400"/>
            </a:lvl4pPr>
            <a:lvl5pPr>
              <a:defRPr sz="1400"/>
            </a:lvl5pPr>
          </a:lstStyle>
          <a:p>
            <a:pPr lvl="0"/>
            <a:r>
              <a:rPr lang="nb" noProof="0" dirty="0"/>
              <a:t>Klikk for å redigere</a:t>
            </a:r>
          </a:p>
          <a:p>
            <a:pPr lvl="1"/>
            <a:r>
              <a:rPr lang="nb" noProof="0" dirty="0"/>
              <a:t>Andre nivå</a:t>
            </a:r>
            <a:endParaRPr lang="nb-NO" noProof="0" dirty="0"/>
          </a:p>
        </p:txBody>
      </p:sp>
      <p:sp>
        <p:nvSpPr>
          <p:cNvPr id="3" name="TextBox 2">
            <a:extLst>
              <a:ext uri="{FF2B5EF4-FFF2-40B4-BE49-F238E27FC236}">
                <a16:creationId xmlns:a16="http://schemas.microsoft.com/office/drawing/2014/main" id="{9623DDE6-ECA6-4DD5-40CF-3446748F55EC}"/>
              </a:ext>
            </a:extLst>
          </p:cNvPr>
          <p:cNvSpPr txBox="1"/>
          <p:nvPr userDrawn="1"/>
        </p:nvSpPr>
        <p:spPr>
          <a:xfrm>
            <a:off x="555674" y="-338562"/>
            <a:ext cx="5482270" cy="3689280"/>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 sz="24000" b="1" i="1" u="none" strike="noStrike" kern="1200" cap="none" spc="-400" normalizeH="0" baseline="0" noProof="0" dirty="0">
                <a:ln>
                  <a:noFill/>
                </a:ln>
                <a:solidFill>
                  <a:schemeClr val="accent3"/>
                </a:solidFill>
                <a:effectLst/>
                <a:uLnTx/>
                <a:uFillTx/>
                <a:latin typeface="+mj-lt"/>
                <a:ea typeface="+mn-ea"/>
                <a:cs typeface="TelenorEvolutionPPT-Light" panose="020B0604020202020204" charset="0"/>
              </a:rPr>
              <a:t>Hei.</a:t>
            </a:r>
          </a:p>
        </p:txBody>
      </p:sp>
      <p:sp>
        <p:nvSpPr>
          <p:cNvPr id="4" name="Date Placeholder 3">
            <a:extLst>
              <a:ext uri="{FF2B5EF4-FFF2-40B4-BE49-F238E27FC236}">
                <a16:creationId xmlns:a16="http://schemas.microsoft.com/office/drawing/2014/main" id="{3AB1A1DC-DE9F-C67C-ADF3-64BBE23D76FE}"/>
              </a:ext>
            </a:extLst>
          </p:cNvPr>
          <p:cNvSpPr>
            <a:spLocks noGrp="1"/>
          </p:cNvSpPr>
          <p:nvPr>
            <p:ph type="dt" sz="half" idx="14"/>
          </p:nvPr>
        </p:nvSpPr>
        <p:spPr>
          <a:xfrm>
            <a:off x="10211050" y="10800000"/>
            <a:ext cx="720475" cy="151200"/>
          </a:xfrm>
        </p:spPr>
        <p:txBody>
          <a:bodyPr/>
          <a:lstStyle/>
          <a:p>
            <a:fld id="{D19AB46E-DC85-4C4D-9656-6951CE292F4E}" type="datetime1">
              <a:rPr lang="nb-NO" noProof="0" smtClean="0"/>
              <a:t>23.01.2026</a:t>
            </a:fld>
            <a:endParaRPr lang="nb-NO" noProof="0"/>
          </a:p>
        </p:txBody>
      </p:sp>
      <p:sp>
        <p:nvSpPr>
          <p:cNvPr id="10" name="Footer Placeholder 9">
            <a:extLst>
              <a:ext uri="{FF2B5EF4-FFF2-40B4-BE49-F238E27FC236}">
                <a16:creationId xmlns:a16="http://schemas.microsoft.com/office/drawing/2014/main" id="{674D820D-5D8B-6088-1CEE-FC8EF9121C8A}"/>
              </a:ext>
            </a:extLst>
          </p:cNvPr>
          <p:cNvSpPr>
            <a:spLocks noGrp="1"/>
          </p:cNvSpPr>
          <p:nvPr>
            <p:ph type="ftr" sz="quarter" idx="15"/>
          </p:nvPr>
        </p:nvSpPr>
        <p:spPr>
          <a:xfrm>
            <a:off x="540000" y="10800000"/>
            <a:ext cx="9671049" cy="151200"/>
          </a:xfrm>
        </p:spPr>
        <p:txBody>
          <a:bodyPr/>
          <a:lstStyle/>
          <a:p>
            <a:endParaRPr lang="nb-NO" noProof="0"/>
          </a:p>
        </p:txBody>
      </p:sp>
      <p:sp>
        <p:nvSpPr>
          <p:cNvPr id="11" name="Slide Number Placeholder 10">
            <a:extLst>
              <a:ext uri="{FF2B5EF4-FFF2-40B4-BE49-F238E27FC236}">
                <a16:creationId xmlns:a16="http://schemas.microsoft.com/office/drawing/2014/main" id="{F8D96880-8CDF-F2CC-FB31-E84207A7D117}"/>
              </a:ext>
            </a:extLst>
          </p:cNvPr>
          <p:cNvSpPr>
            <a:spLocks noGrp="1"/>
          </p:cNvSpPr>
          <p:nvPr>
            <p:ph type="sldNum" sz="quarter" idx="16"/>
          </p:nvPr>
        </p:nvSpPr>
        <p:spPr>
          <a:xfrm>
            <a:off x="10931526" y="10800000"/>
            <a:ext cx="721674" cy="151200"/>
          </a:xfrm>
        </p:spPr>
        <p:txBody>
          <a:bodyPr/>
          <a:lstStyle/>
          <a:p>
            <a:fld id="{608810A5-7811-344D-9AE9-EC83104FB54D}" type="slidenum">
              <a:rPr lang="nb-NO" noProof="0" smtClean="0"/>
              <a:t>‹#›</a:t>
            </a:fld>
            <a:endParaRPr lang="nb-NO" noProof="0"/>
          </a:p>
        </p:txBody>
      </p:sp>
    </p:spTree>
    <p:extLst>
      <p:ext uri="{BB962C8B-B14F-4D97-AF65-F5344CB8AC3E}">
        <p14:creationId xmlns:p14="http://schemas.microsoft.com/office/powerpoint/2010/main" val="1428748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hanks.">
    <p:bg>
      <p:bgPr>
        <a:solidFill>
          <a:srgbClr val="ADFFFE"/>
        </a:solidFill>
        <a:effectLst/>
      </p:bgPr>
    </p:bg>
    <p:spTree>
      <p:nvGrpSpPr>
        <p:cNvPr id="1" name=""/>
        <p:cNvGrpSpPr/>
        <p:nvPr/>
      </p:nvGrpSpPr>
      <p:grpSpPr>
        <a:xfrm>
          <a:off x="0" y="0"/>
          <a:ext cx="0" cy="0"/>
          <a:chOff x="0" y="0"/>
          <a:chExt cx="0" cy="0"/>
        </a:xfrm>
      </p:grpSpPr>
      <p:sp>
        <p:nvSpPr>
          <p:cNvPr id="6" name="Graphic 8">
            <a:extLst>
              <a:ext uri="{FF2B5EF4-FFF2-40B4-BE49-F238E27FC236}">
                <a16:creationId xmlns:a16="http://schemas.microsoft.com/office/drawing/2014/main" id="{EB1BCEF7-B4AA-9CC9-AA23-F37CC13EB643}"/>
              </a:ext>
              <a:ext uri="{C183D7F6-B498-43B3-948B-1728B52AA6E4}">
                <adec:decorative xmlns:adec="http://schemas.microsoft.com/office/drawing/2017/decorative" val="1"/>
              </a:ext>
            </a:extLst>
          </p:cNvPr>
          <p:cNvSpPr>
            <a:spLocks noChangeAspect="1"/>
          </p:cNvSpPr>
          <p:nvPr/>
        </p:nvSpPr>
        <p:spPr>
          <a:xfrm>
            <a:off x="10794689" y="5626571"/>
            <a:ext cx="866855" cy="792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rgbClr val="00C8FF"/>
          </a:solidFill>
          <a:ln w="2177" cap="flat">
            <a:noFill/>
            <a:prstDash val="solid"/>
            <a:miter/>
          </a:ln>
        </p:spPr>
        <p:txBody>
          <a:bodyPr rtlCol="0" anchor="ctr"/>
          <a:lstStyle/>
          <a:p>
            <a:endParaRPr lang="en-US" sz="1800" noProof="0"/>
          </a:p>
        </p:txBody>
      </p:sp>
      <p:sp>
        <p:nvSpPr>
          <p:cNvPr id="5" name="Text Placeholder 13">
            <a:extLst>
              <a:ext uri="{FF2B5EF4-FFF2-40B4-BE49-F238E27FC236}">
                <a16:creationId xmlns:a16="http://schemas.microsoft.com/office/drawing/2014/main" id="{DA392D29-AA19-53A4-D453-584A5CA07FCF}"/>
              </a:ext>
            </a:extLst>
          </p:cNvPr>
          <p:cNvSpPr>
            <a:spLocks noGrp="1"/>
          </p:cNvSpPr>
          <p:nvPr>
            <p:ph type="body" sz="quarter" idx="13" hasCustomPrompt="1"/>
          </p:nvPr>
        </p:nvSpPr>
        <p:spPr>
          <a:xfrm>
            <a:off x="542970" y="3429614"/>
            <a:ext cx="5085451" cy="730969"/>
          </a:xfrm>
        </p:spPr>
        <p:txBody>
          <a:bodyPr wrap="square" anchor="t" anchorCtr="0">
            <a:spAutoFit/>
          </a:bodyPr>
          <a:lstStyle>
            <a:lvl1pPr marL="0" indent="0">
              <a:spcBef>
                <a:spcPts val="0"/>
              </a:spcBef>
              <a:buNone/>
              <a:defRPr sz="2000">
                <a:solidFill>
                  <a:schemeClr val="tx1"/>
                </a:solidFill>
              </a:defRPr>
            </a:lvl1pPr>
            <a:lvl2pPr marL="180975" indent="-180000">
              <a:buFont typeface="Arial" panose="020B0604020202020204" pitchFamily="34" charset="0"/>
              <a:buChar char="•"/>
              <a:tabLst/>
              <a:defRPr sz="20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4" name="Date Placeholder 3">
            <a:extLst>
              <a:ext uri="{FF2B5EF4-FFF2-40B4-BE49-F238E27FC236}">
                <a16:creationId xmlns:a16="http://schemas.microsoft.com/office/drawing/2014/main" id="{18671ED0-8FCA-040B-EEE4-9DB92E38C3D3}"/>
              </a:ext>
            </a:extLst>
          </p:cNvPr>
          <p:cNvSpPr>
            <a:spLocks noGrp="1"/>
          </p:cNvSpPr>
          <p:nvPr>
            <p:ph type="dt" sz="half" idx="14"/>
          </p:nvPr>
        </p:nvSpPr>
        <p:spPr>
          <a:xfrm>
            <a:off x="10211050" y="10800000"/>
            <a:ext cx="720475" cy="151200"/>
          </a:xfrm>
        </p:spPr>
        <p:txBody>
          <a:bodyPr/>
          <a:lstStyle/>
          <a:p>
            <a:fld id="{EAA559D7-5EA6-7649-8DFD-45DD6CA9073D}" type="datetime1">
              <a:rPr lang="nb-NO" smtClean="0"/>
              <a:t>23.01.2026</a:t>
            </a:fld>
            <a:endParaRPr lang="en-GB"/>
          </a:p>
        </p:txBody>
      </p:sp>
      <p:sp>
        <p:nvSpPr>
          <p:cNvPr id="10" name="Footer Placeholder 9">
            <a:extLst>
              <a:ext uri="{FF2B5EF4-FFF2-40B4-BE49-F238E27FC236}">
                <a16:creationId xmlns:a16="http://schemas.microsoft.com/office/drawing/2014/main" id="{D106E078-B497-D09B-2FEA-F1A8E99E8F4C}"/>
              </a:ext>
            </a:extLst>
          </p:cNvPr>
          <p:cNvSpPr>
            <a:spLocks noGrp="1"/>
          </p:cNvSpPr>
          <p:nvPr>
            <p:ph type="ftr" sz="quarter" idx="15"/>
          </p:nvPr>
        </p:nvSpPr>
        <p:spPr>
          <a:xfrm>
            <a:off x="540000"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F0BB68E9-62CB-D107-6A22-8E6325E5775C}"/>
              </a:ext>
            </a:extLst>
          </p:cNvPr>
          <p:cNvSpPr>
            <a:spLocks noGrp="1"/>
          </p:cNvSpPr>
          <p:nvPr>
            <p:ph type="sldNum" sz="quarter" idx="16"/>
          </p:nvPr>
        </p:nvSpPr>
        <p:spPr>
          <a:xfrm>
            <a:off x="10931526" y="10800000"/>
            <a:ext cx="721674" cy="151200"/>
          </a:xfrm>
        </p:spPr>
        <p:txBody>
          <a:bodyPr/>
          <a:lstStyle/>
          <a:p>
            <a:fld id="{608810A5-7811-344D-9AE9-EC83104FB54D}" type="slidenum">
              <a:rPr lang="en-GB" smtClean="0"/>
              <a:t>‹#›</a:t>
            </a:fld>
            <a:endParaRPr lang="en-GB"/>
          </a:p>
        </p:txBody>
      </p:sp>
      <p:sp>
        <p:nvSpPr>
          <p:cNvPr id="3" name="TextBox 2">
            <a:extLst>
              <a:ext uri="{FF2B5EF4-FFF2-40B4-BE49-F238E27FC236}">
                <a16:creationId xmlns:a16="http://schemas.microsoft.com/office/drawing/2014/main" id="{83FD7727-D349-2463-87DF-1011E94FE8B7}"/>
              </a:ext>
            </a:extLst>
          </p:cNvPr>
          <p:cNvSpPr txBox="1"/>
          <p:nvPr userDrawn="1"/>
        </p:nvSpPr>
        <p:spPr>
          <a:xfrm>
            <a:off x="315644" y="-41795"/>
            <a:ext cx="8962390" cy="3470181"/>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 sz="22000" b="1" i="1" u="none" strike="noStrike" kern="1200" cap="none" spc="-600" normalizeH="0" baseline="0" noProof="0" dirty="0">
                <a:ln>
                  <a:noFill/>
                </a:ln>
                <a:solidFill>
                  <a:schemeClr val="tx2"/>
                </a:solidFill>
                <a:effectLst/>
                <a:uLnTx/>
                <a:uFillTx/>
                <a:latin typeface="+mj-lt"/>
                <a:ea typeface="+mn-ea"/>
                <a:cs typeface="TelenorEvolutionPPT-Light" panose="020B0604020202020204" charset="0"/>
              </a:rPr>
              <a:t>Pause.</a:t>
            </a:r>
          </a:p>
        </p:txBody>
      </p:sp>
    </p:spTree>
    <p:extLst>
      <p:ext uri="{BB962C8B-B14F-4D97-AF65-F5344CB8AC3E}">
        <p14:creationId xmlns:p14="http://schemas.microsoft.com/office/powerpoint/2010/main" val="3931522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Thanks.">
    <p:bg>
      <p:bgRef idx="1001">
        <a:schemeClr val="bg1"/>
      </p:bgRef>
    </p:bg>
    <p:spTree>
      <p:nvGrpSpPr>
        <p:cNvPr id="1" name=""/>
        <p:cNvGrpSpPr/>
        <p:nvPr/>
      </p:nvGrpSpPr>
      <p:grpSpPr>
        <a:xfrm>
          <a:off x="0" y="0"/>
          <a:ext cx="0" cy="0"/>
          <a:chOff x="0" y="0"/>
          <a:chExt cx="0" cy="0"/>
        </a:xfrm>
      </p:grpSpPr>
      <p:sp>
        <p:nvSpPr>
          <p:cNvPr id="6" name="Graphic 8">
            <a:extLst>
              <a:ext uri="{FF2B5EF4-FFF2-40B4-BE49-F238E27FC236}">
                <a16:creationId xmlns:a16="http://schemas.microsoft.com/office/drawing/2014/main" id="{EB1BCEF7-B4AA-9CC9-AA23-F37CC13EB643}"/>
              </a:ext>
              <a:ext uri="{C183D7F6-B498-43B3-948B-1728B52AA6E4}">
                <adec:decorative xmlns:adec="http://schemas.microsoft.com/office/drawing/2017/decorative" val="1"/>
              </a:ext>
            </a:extLst>
          </p:cNvPr>
          <p:cNvSpPr>
            <a:spLocks noChangeAspect="1"/>
          </p:cNvSpPr>
          <p:nvPr/>
        </p:nvSpPr>
        <p:spPr>
          <a:xfrm>
            <a:off x="10794689" y="5626571"/>
            <a:ext cx="866855" cy="792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rgbClr val="00C8FF"/>
          </a:solidFill>
          <a:ln w="2177" cap="flat">
            <a:noFill/>
            <a:prstDash val="solid"/>
            <a:miter/>
          </a:ln>
        </p:spPr>
        <p:txBody>
          <a:bodyPr rtlCol="0" anchor="ctr"/>
          <a:lstStyle/>
          <a:p>
            <a:endParaRPr lang="en-US" sz="1800" noProof="0"/>
          </a:p>
        </p:txBody>
      </p:sp>
      <p:sp>
        <p:nvSpPr>
          <p:cNvPr id="5" name="Text Placeholder 13">
            <a:extLst>
              <a:ext uri="{FF2B5EF4-FFF2-40B4-BE49-F238E27FC236}">
                <a16:creationId xmlns:a16="http://schemas.microsoft.com/office/drawing/2014/main" id="{DA392D29-AA19-53A4-D453-584A5CA07FCF}"/>
              </a:ext>
            </a:extLst>
          </p:cNvPr>
          <p:cNvSpPr>
            <a:spLocks noGrp="1"/>
          </p:cNvSpPr>
          <p:nvPr>
            <p:ph type="body" sz="quarter" idx="13" hasCustomPrompt="1"/>
          </p:nvPr>
        </p:nvSpPr>
        <p:spPr>
          <a:xfrm>
            <a:off x="542970" y="3429614"/>
            <a:ext cx="5085451" cy="730969"/>
          </a:xfrm>
        </p:spPr>
        <p:txBody>
          <a:bodyPr wrap="square" anchor="t" anchorCtr="0">
            <a:spAutoFit/>
          </a:bodyPr>
          <a:lstStyle>
            <a:lvl1pPr marL="0" indent="0">
              <a:spcBef>
                <a:spcPts val="0"/>
              </a:spcBef>
              <a:buNone/>
              <a:defRPr sz="2000">
                <a:solidFill>
                  <a:schemeClr val="tx1"/>
                </a:solidFill>
              </a:defRPr>
            </a:lvl1pPr>
            <a:lvl2pPr marL="180975" indent="-180000">
              <a:buFont typeface="Arial" panose="020B0604020202020204" pitchFamily="34" charset="0"/>
              <a:buChar char="•"/>
              <a:tabLst/>
              <a:defRPr sz="20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4" name="Date Placeholder 3">
            <a:extLst>
              <a:ext uri="{FF2B5EF4-FFF2-40B4-BE49-F238E27FC236}">
                <a16:creationId xmlns:a16="http://schemas.microsoft.com/office/drawing/2014/main" id="{18671ED0-8FCA-040B-EEE4-9DB92E38C3D3}"/>
              </a:ext>
            </a:extLst>
          </p:cNvPr>
          <p:cNvSpPr>
            <a:spLocks noGrp="1"/>
          </p:cNvSpPr>
          <p:nvPr>
            <p:ph type="dt" sz="half" idx="14"/>
          </p:nvPr>
        </p:nvSpPr>
        <p:spPr>
          <a:xfrm>
            <a:off x="10211050" y="10800000"/>
            <a:ext cx="720475" cy="151200"/>
          </a:xfrm>
        </p:spPr>
        <p:txBody>
          <a:bodyPr/>
          <a:lstStyle/>
          <a:p>
            <a:fld id="{EAA559D7-5EA6-7649-8DFD-45DD6CA9073D}" type="datetime1">
              <a:rPr lang="nb-NO" smtClean="0"/>
              <a:t>23.01.2026</a:t>
            </a:fld>
            <a:endParaRPr lang="en-GB"/>
          </a:p>
        </p:txBody>
      </p:sp>
      <p:sp>
        <p:nvSpPr>
          <p:cNvPr id="10" name="Footer Placeholder 9">
            <a:extLst>
              <a:ext uri="{FF2B5EF4-FFF2-40B4-BE49-F238E27FC236}">
                <a16:creationId xmlns:a16="http://schemas.microsoft.com/office/drawing/2014/main" id="{D106E078-B497-D09B-2FEA-F1A8E99E8F4C}"/>
              </a:ext>
            </a:extLst>
          </p:cNvPr>
          <p:cNvSpPr>
            <a:spLocks noGrp="1"/>
          </p:cNvSpPr>
          <p:nvPr>
            <p:ph type="ftr" sz="quarter" idx="15"/>
          </p:nvPr>
        </p:nvSpPr>
        <p:spPr>
          <a:xfrm>
            <a:off x="540000"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F0BB68E9-62CB-D107-6A22-8E6325E5775C}"/>
              </a:ext>
            </a:extLst>
          </p:cNvPr>
          <p:cNvSpPr>
            <a:spLocks noGrp="1"/>
          </p:cNvSpPr>
          <p:nvPr>
            <p:ph type="sldNum" sz="quarter" idx="16"/>
          </p:nvPr>
        </p:nvSpPr>
        <p:spPr>
          <a:xfrm>
            <a:off x="10931526" y="10800000"/>
            <a:ext cx="721674" cy="151200"/>
          </a:xfrm>
        </p:spPr>
        <p:txBody>
          <a:bodyPr/>
          <a:lstStyle/>
          <a:p>
            <a:fld id="{608810A5-7811-344D-9AE9-EC83104FB54D}" type="slidenum">
              <a:rPr lang="en-GB" smtClean="0"/>
              <a:t>‹#›</a:t>
            </a:fld>
            <a:endParaRPr lang="en-GB"/>
          </a:p>
        </p:txBody>
      </p:sp>
      <p:sp>
        <p:nvSpPr>
          <p:cNvPr id="3" name="TextBox 2">
            <a:extLst>
              <a:ext uri="{FF2B5EF4-FFF2-40B4-BE49-F238E27FC236}">
                <a16:creationId xmlns:a16="http://schemas.microsoft.com/office/drawing/2014/main" id="{83FD7727-D349-2463-87DF-1011E94FE8B7}"/>
              </a:ext>
            </a:extLst>
          </p:cNvPr>
          <p:cNvSpPr txBox="1"/>
          <p:nvPr userDrawn="1"/>
        </p:nvSpPr>
        <p:spPr>
          <a:xfrm>
            <a:off x="315644" y="-41795"/>
            <a:ext cx="7290457" cy="3381888"/>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 sz="22000" b="1" i="1" u="none" strike="noStrike" kern="1200" cap="none" spc="-600" normalizeH="0" baseline="0" noProof="0" dirty="0">
                <a:ln>
                  <a:noFill/>
                </a:ln>
                <a:solidFill>
                  <a:srgbClr val="FFD0AD"/>
                </a:solidFill>
                <a:effectLst/>
                <a:uLnTx/>
                <a:uFillTx/>
                <a:latin typeface="+mj-lt"/>
                <a:ea typeface="+mn-ea"/>
                <a:cs typeface="TelenorEvolutionPPT-Light" panose="020B0604020202020204" charset="0"/>
              </a:rPr>
              <a:t>Takk.</a:t>
            </a:r>
          </a:p>
        </p:txBody>
      </p:sp>
    </p:spTree>
    <p:extLst>
      <p:ext uri="{BB962C8B-B14F-4D97-AF65-F5344CB8AC3E}">
        <p14:creationId xmlns:p14="http://schemas.microsoft.com/office/powerpoint/2010/main" val="39731898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Huge text.">
    <p:bg>
      <p:bgRef idx="1001">
        <a:schemeClr val="bg1"/>
      </p:bgRef>
    </p:bg>
    <p:spTree>
      <p:nvGrpSpPr>
        <p:cNvPr id="1" name=""/>
        <p:cNvGrpSpPr/>
        <p:nvPr/>
      </p:nvGrpSpPr>
      <p:grpSpPr>
        <a:xfrm>
          <a:off x="0" y="0"/>
          <a:ext cx="0" cy="0"/>
          <a:chOff x="0" y="0"/>
          <a:chExt cx="0" cy="0"/>
        </a:xfrm>
      </p:grpSpPr>
      <p:sp>
        <p:nvSpPr>
          <p:cNvPr id="6" name="Graphic 8">
            <a:extLst>
              <a:ext uri="{FF2B5EF4-FFF2-40B4-BE49-F238E27FC236}">
                <a16:creationId xmlns:a16="http://schemas.microsoft.com/office/drawing/2014/main" id="{EB1BCEF7-B4AA-9CC9-AA23-F37CC13EB643}"/>
              </a:ext>
              <a:ext uri="{C183D7F6-B498-43B3-948B-1728B52AA6E4}">
                <adec:decorative xmlns:adec="http://schemas.microsoft.com/office/drawing/2017/decorative" val="1"/>
              </a:ext>
            </a:extLst>
          </p:cNvPr>
          <p:cNvSpPr>
            <a:spLocks noChangeAspect="1"/>
          </p:cNvSpPr>
          <p:nvPr/>
        </p:nvSpPr>
        <p:spPr>
          <a:xfrm>
            <a:off x="10794689" y="5626571"/>
            <a:ext cx="866855" cy="792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rgbClr val="00C8FF"/>
          </a:solidFill>
          <a:ln w="2177" cap="flat">
            <a:noFill/>
            <a:prstDash val="solid"/>
            <a:miter/>
          </a:ln>
        </p:spPr>
        <p:txBody>
          <a:bodyPr rtlCol="0" anchor="ctr"/>
          <a:lstStyle/>
          <a:p>
            <a:endParaRPr lang="en-US" sz="1800" noProof="0"/>
          </a:p>
        </p:txBody>
      </p:sp>
      <p:sp>
        <p:nvSpPr>
          <p:cNvPr id="5" name="Text Placeholder 13">
            <a:extLst>
              <a:ext uri="{FF2B5EF4-FFF2-40B4-BE49-F238E27FC236}">
                <a16:creationId xmlns:a16="http://schemas.microsoft.com/office/drawing/2014/main" id="{DA392D29-AA19-53A4-D453-584A5CA07FCF}"/>
              </a:ext>
            </a:extLst>
          </p:cNvPr>
          <p:cNvSpPr>
            <a:spLocks noGrp="1"/>
          </p:cNvSpPr>
          <p:nvPr>
            <p:ph type="body" sz="quarter" idx="13" hasCustomPrompt="1"/>
          </p:nvPr>
        </p:nvSpPr>
        <p:spPr>
          <a:xfrm>
            <a:off x="542970" y="3429614"/>
            <a:ext cx="5085451" cy="730969"/>
          </a:xfrm>
        </p:spPr>
        <p:txBody>
          <a:bodyPr wrap="square" anchor="t" anchorCtr="0">
            <a:spAutoFit/>
          </a:bodyPr>
          <a:lstStyle>
            <a:lvl1pPr marL="0" indent="0">
              <a:spcBef>
                <a:spcPts val="0"/>
              </a:spcBef>
              <a:buNone/>
              <a:defRPr sz="2000">
                <a:solidFill>
                  <a:schemeClr val="tx1"/>
                </a:solidFill>
              </a:defRPr>
            </a:lvl1pPr>
            <a:lvl2pPr marL="180975" indent="-180000">
              <a:buFont typeface="Arial" panose="020B0604020202020204" pitchFamily="34" charset="0"/>
              <a:buChar char="•"/>
              <a:tabLst/>
              <a:defRPr sz="20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4" name="Date Placeholder 3">
            <a:extLst>
              <a:ext uri="{FF2B5EF4-FFF2-40B4-BE49-F238E27FC236}">
                <a16:creationId xmlns:a16="http://schemas.microsoft.com/office/drawing/2014/main" id="{18671ED0-8FCA-040B-EEE4-9DB92E38C3D3}"/>
              </a:ext>
            </a:extLst>
          </p:cNvPr>
          <p:cNvSpPr>
            <a:spLocks noGrp="1"/>
          </p:cNvSpPr>
          <p:nvPr>
            <p:ph type="dt" sz="half" idx="14"/>
          </p:nvPr>
        </p:nvSpPr>
        <p:spPr>
          <a:xfrm>
            <a:off x="10211050" y="10800000"/>
            <a:ext cx="720475" cy="151200"/>
          </a:xfrm>
        </p:spPr>
        <p:txBody>
          <a:bodyPr/>
          <a:lstStyle/>
          <a:p>
            <a:fld id="{7621B13F-E3A6-644F-8740-2496410369E6}" type="datetime1">
              <a:rPr lang="nb-NO" smtClean="0"/>
              <a:t>23.01.2026</a:t>
            </a:fld>
            <a:endParaRPr lang="en-GB"/>
          </a:p>
        </p:txBody>
      </p:sp>
      <p:sp>
        <p:nvSpPr>
          <p:cNvPr id="10" name="Footer Placeholder 9">
            <a:extLst>
              <a:ext uri="{FF2B5EF4-FFF2-40B4-BE49-F238E27FC236}">
                <a16:creationId xmlns:a16="http://schemas.microsoft.com/office/drawing/2014/main" id="{D106E078-B497-D09B-2FEA-F1A8E99E8F4C}"/>
              </a:ext>
            </a:extLst>
          </p:cNvPr>
          <p:cNvSpPr>
            <a:spLocks noGrp="1"/>
          </p:cNvSpPr>
          <p:nvPr>
            <p:ph type="ftr" sz="quarter" idx="15"/>
          </p:nvPr>
        </p:nvSpPr>
        <p:spPr>
          <a:xfrm>
            <a:off x="540000"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F0BB68E9-62CB-D107-6A22-8E6325E5775C}"/>
              </a:ext>
            </a:extLst>
          </p:cNvPr>
          <p:cNvSpPr>
            <a:spLocks noGrp="1"/>
          </p:cNvSpPr>
          <p:nvPr>
            <p:ph type="sldNum" sz="quarter" idx="16"/>
          </p:nvPr>
        </p:nvSpPr>
        <p:spPr>
          <a:xfrm>
            <a:off x="10931526" y="10800000"/>
            <a:ext cx="721674" cy="151200"/>
          </a:xfrm>
        </p:spPr>
        <p:txBody>
          <a:bodyPr/>
          <a:lstStyle/>
          <a:p>
            <a:fld id="{608810A5-7811-344D-9AE9-EC83104FB54D}" type="slidenum">
              <a:rPr lang="en-GB" smtClean="0"/>
              <a:t>‹#›</a:t>
            </a:fld>
            <a:endParaRPr lang="en-GB"/>
          </a:p>
        </p:txBody>
      </p:sp>
      <p:sp>
        <p:nvSpPr>
          <p:cNvPr id="2" name="Text Placeholder 2">
            <a:extLst>
              <a:ext uri="{FF2B5EF4-FFF2-40B4-BE49-F238E27FC236}">
                <a16:creationId xmlns:a16="http://schemas.microsoft.com/office/drawing/2014/main" id="{62998EC9-4000-1DFF-DDF9-60C3EAAED588}"/>
              </a:ext>
            </a:extLst>
          </p:cNvPr>
          <p:cNvSpPr>
            <a:spLocks noGrp="1"/>
          </p:cNvSpPr>
          <p:nvPr>
            <p:ph type="body" sz="quarter" idx="17" hasCustomPrompt="1"/>
          </p:nvPr>
        </p:nvSpPr>
        <p:spPr>
          <a:xfrm>
            <a:off x="314512" y="14815"/>
            <a:ext cx="11465935" cy="3392946"/>
          </a:xfrm>
        </p:spPr>
        <p:txBody>
          <a:bodyPr anchor="ctr" anchorCtr="0">
            <a:normAutofit/>
          </a:bodyPr>
          <a:lstStyle>
            <a:lvl1pPr marL="0" indent="0">
              <a:lnSpc>
                <a:spcPct val="100000"/>
              </a:lnSpc>
              <a:spcBef>
                <a:spcPts val="0"/>
              </a:spcBef>
              <a:buNone/>
              <a:defRPr sz="21700" b="1" i="1" spc="-500" baseline="0">
                <a:solidFill>
                  <a:schemeClr val="accent3"/>
                </a:solidFill>
                <a:latin typeface="+mj-lt"/>
              </a:defRPr>
            </a:lvl1pPr>
          </a:lstStyle>
          <a:p>
            <a:pPr lvl="0"/>
            <a:r>
              <a:rPr lang="nb"/>
              <a:t>Tekst.</a:t>
            </a:r>
            <a:endParaRPr lang="nb-NO"/>
          </a:p>
        </p:txBody>
      </p:sp>
      <p:grpSp>
        <p:nvGrpSpPr>
          <p:cNvPr id="3" name="Group 9">
            <a:extLst>
              <a:ext uri="{FF2B5EF4-FFF2-40B4-BE49-F238E27FC236}">
                <a16:creationId xmlns:a16="http://schemas.microsoft.com/office/drawing/2014/main" id="{E177C96C-CD10-90E5-8D7E-481E97A5E33F}"/>
              </a:ext>
              <a:ext uri="{C183D7F6-B498-43B3-948B-1728B52AA6E4}">
                <adec:decorative xmlns:adec="http://schemas.microsoft.com/office/drawing/2017/decorative" val="1"/>
              </a:ext>
            </a:extLst>
          </p:cNvPr>
          <p:cNvGrpSpPr/>
          <p:nvPr userDrawn="1"/>
        </p:nvGrpSpPr>
        <p:grpSpPr>
          <a:xfrm>
            <a:off x="12373674" y="1"/>
            <a:ext cx="2627986" cy="6858000"/>
            <a:chOff x="12373674" y="1"/>
            <a:chExt cx="2627986" cy="6858000"/>
          </a:xfrm>
        </p:grpSpPr>
        <p:sp>
          <p:nvSpPr>
            <p:cNvPr id="7" name="Avrundet rektangel 4">
              <a:extLst>
                <a:ext uri="{FF2B5EF4-FFF2-40B4-BE49-F238E27FC236}">
                  <a16:creationId xmlns:a16="http://schemas.microsoft.com/office/drawing/2014/main" id="{3A066574-39BF-6AD1-67AA-BD43F5470D4E}"/>
                </a:ext>
              </a:extLst>
            </p:cNvPr>
            <p:cNvSpPr/>
            <p:nvPr/>
          </p:nvSpPr>
          <p:spPr>
            <a:xfrm>
              <a:off x="12373674" y="1"/>
              <a:ext cx="2627986" cy="6858000"/>
            </a:xfrm>
            <a:prstGeom prst="roundRect">
              <a:avLst>
                <a:gd name="adj" fmla="val 5452"/>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sz="100"/>
            </a:p>
          </p:txBody>
        </p:sp>
        <p:sp>
          <p:nvSpPr>
            <p:cNvPr id="8" name="TekstSylinder 48">
              <a:extLst>
                <a:ext uri="{FF2B5EF4-FFF2-40B4-BE49-F238E27FC236}">
                  <a16:creationId xmlns:a16="http://schemas.microsoft.com/office/drawing/2014/main" id="{C27BCCF6-473F-8395-894E-FDCDCCA6D196}"/>
                </a:ext>
              </a:extLst>
            </p:cNvPr>
            <p:cNvSpPr txBox="1"/>
            <p:nvPr/>
          </p:nvSpPr>
          <p:spPr>
            <a:xfrm>
              <a:off x="12627097" y="244919"/>
              <a:ext cx="2140807" cy="778675"/>
            </a:xfrm>
            <a:prstGeom prst="rect">
              <a:avLst/>
            </a:prstGeom>
            <a:noFill/>
          </p:spPr>
          <p:txBody>
            <a:bodyPr wrap="square" lIns="0" tIns="0" rIns="0" bIns="0" rtlCol="0">
              <a:spAutoFit/>
            </a:bodyPr>
            <a:lstStyle/>
            <a:p>
              <a:pPr algn="l">
                <a:spcAft>
                  <a:spcPts val="600"/>
                </a:spcAft>
              </a:pPr>
              <a:r>
                <a:rPr lang="nb" sz="1100" b="0" i="0" dirty="0">
                  <a:solidFill>
                    <a:srgbClr val="070451"/>
                  </a:solidFill>
                  <a:latin typeface="+mj-lt"/>
                  <a:cs typeface="TelenorEvolutionPPT-Light" panose="020B0604020202020204" charset="0"/>
                </a:rPr>
                <a:t>Fargepalett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nb" sz="800" b="0" i="0" u="none" strike="noStrike" kern="1200" cap="none" spc="0" normalizeH="0" baseline="0" noProof="1">
                  <a:ln>
                    <a:noFill/>
                  </a:ln>
                  <a:solidFill>
                    <a:srgbClr val="070451"/>
                  </a:solidFill>
                  <a:effectLst/>
                  <a:uLnTx/>
                  <a:uFillTx/>
                  <a:latin typeface="+mn-lt"/>
                  <a:ea typeface="+mn-ea"/>
                  <a:cs typeface="TelenorEvolutionPPT-Light" panose="020B0604020202020204" charset="0"/>
                </a:rPr>
                <a:t>Bare et utvalg av Telenor-fargene er tilgjengelige i denne malen, hvis du trenger flere støttefarger, kan du se dem fra dette panelet.</a:t>
              </a:r>
            </a:p>
          </p:txBody>
        </p:sp>
        <p:sp>
          <p:nvSpPr>
            <p:cNvPr id="9" name="Ellipse 29">
              <a:extLst>
                <a:ext uri="{FF2B5EF4-FFF2-40B4-BE49-F238E27FC236}">
                  <a16:creationId xmlns:a16="http://schemas.microsoft.com/office/drawing/2014/main" id="{6F593B8D-8495-EE2C-7F1C-99E0EFB5A701}"/>
                </a:ext>
              </a:extLst>
            </p:cNvPr>
            <p:cNvSpPr>
              <a:spLocks noChangeAspect="1"/>
            </p:cNvSpPr>
            <p:nvPr/>
          </p:nvSpPr>
          <p:spPr>
            <a:xfrm>
              <a:off x="12627097" y="1901793"/>
              <a:ext cx="360000" cy="360000"/>
            </a:xfrm>
            <a:prstGeom prst="ellipse">
              <a:avLst/>
            </a:prstGeom>
            <a:solidFill>
              <a:srgbClr val="07045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2" name="Ellipse 30">
              <a:extLst>
                <a:ext uri="{FF2B5EF4-FFF2-40B4-BE49-F238E27FC236}">
                  <a16:creationId xmlns:a16="http://schemas.microsoft.com/office/drawing/2014/main" id="{5F66878E-8E6A-75B4-1601-E9E695CA37F0}"/>
                </a:ext>
              </a:extLst>
            </p:cNvPr>
            <p:cNvSpPr>
              <a:spLocks noChangeAspect="1"/>
            </p:cNvSpPr>
            <p:nvPr/>
          </p:nvSpPr>
          <p:spPr>
            <a:xfrm>
              <a:off x="13516703" y="1901793"/>
              <a:ext cx="360000" cy="360000"/>
            </a:xfrm>
            <a:prstGeom prst="ellipse">
              <a:avLst/>
            </a:prstGeom>
            <a:solidFill>
              <a:srgbClr val="1C16C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3" name="Ellipse 31">
              <a:extLst>
                <a:ext uri="{FF2B5EF4-FFF2-40B4-BE49-F238E27FC236}">
                  <a16:creationId xmlns:a16="http://schemas.microsoft.com/office/drawing/2014/main" id="{5D16137F-EB09-AD29-26A8-B10E1AF9D258}"/>
                </a:ext>
              </a:extLst>
            </p:cNvPr>
            <p:cNvSpPr>
              <a:spLocks noChangeAspect="1"/>
            </p:cNvSpPr>
            <p:nvPr/>
          </p:nvSpPr>
          <p:spPr>
            <a:xfrm>
              <a:off x="13071900" y="1901793"/>
              <a:ext cx="360000" cy="360000"/>
            </a:xfrm>
            <a:prstGeom prst="ellipse">
              <a:avLst/>
            </a:prstGeom>
            <a:solidFill>
              <a:srgbClr val="00C8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4" name="Ellipse 33">
              <a:extLst>
                <a:ext uri="{FF2B5EF4-FFF2-40B4-BE49-F238E27FC236}">
                  <a16:creationId xmlns:a16="http://schemas.microsoft.com/office/drawing/2014/main" id="{1D6B8FE8-07F7-F95B-3815-6E09FE6C3AD7}"/>
                </a:ext>
              </a:extLst>
            </p:cNvPr>
            <p:cNvSpPr>
              <a:spLocks noChangeAspect="1"/>
            </p:cNvSpPr>
            <p:nvPr/>
          </p:nvSpPr>
          <p:spPr>
            <a:xfrm>
              <a:off x="13961506" y="1901793"/>
              <a:ext cx="360000" cy="360000"/>
            </a:xfrm>
            <a:prstGeom prst="ellipse">
              <a:avLst/>
            </a:prstGeom>
            <a:solidFill>
              <a:srgbClr val="AD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5" name="Ellipse 34">
              <a:extLst>
                <a:ext uri="{FF2B5EF4-FFF2-40B4-BE49-F238E27FC236}">
                  <a16:creationId xmlns:a16="http://schemas.microsoft.com/office/drawing/2014/main" id="{03944979-3C83-A816-0090-A3F31EA4468E}"/>
                </a:ext>
              </a:extLst>
            </p:cNvPr>
            <p:cNvSpPr>
              <a:spLocks noChangeAspect="1"/>
            </p:cNvSpPr>
            <p:nvPr/>
          </p:nvSpPr>
          <p:spPr>
            <a:xfrm>
              <a:off x="14406309" y="1901793"/>
              <a:ext cx="360000" cy="360000"/>
            </a:xfrm>
            <a:prstGeom prst="ellipse">
              <a:avLst/>
            </a:prstGeom>
            <a:solidFill>
              <a:srgbClr val="EBFFFF"/>
            </a:solidFill>
            <a:ln w="12700">
              <a:solidFill>
                <a:srgbClr val="00C8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6" name="TekstSylinder 50">
              <a:extLst>
                <a:ext uri="{FF2B5EF4-FFF2-40B4-BE49-F238E27FC236}">
                  <a16:creationId xmlns:a16="http://schemas.microsoft.com/office/drawing/2014/main" id="{AEDA0EB0-5939-7F60-FE10-1E704EE4CC93}"/>
                </a:ext>
              </a:extLst>
            </p:cNvPr>
            <p:cNvSpPr txBox="1"/>
            <p:nvPr/>
          </p:nvSpPr>
          <p:spPr>
            <a:xfrm>
              <a:off x="12627096" y="1237835"/>
              <a:ext cx="2222001" cy="572840"/>
            </a:xfrm>
            <a:prstGeom prst="rect">
              <a:avLst/>
            </a:prstGeom>
            <a:noFill/>
          </p:spPr>
          <p:txBody>
            <a:bodyPr wrap="square" lIns="0" tIns="72000" rIns="0" bIns="0" rtlCol="0">
              <a:spAutoFit/>
            </a:bodyPr>
            <a:lstStyle>
              <a:defPPr>
                <a:defRPr lang="en-NO"/>
              </a:defPPr>
              <a:lvl1pPr>
                <a:spcAft>
                  <a:spcPts val="600"/>
                </a:spcAft>
                <a:defRPr b="0" i="0">
                  <a:cs typeface="Arial" panose="020B0604020202020204" pitchFamily="34" charset="0"/>
                </a:defRPr>
              </a:lvl1pPr>
            </a:lstStyle>
            <a:p>
              <a:pPr lvl="0"/>
              <a:r>
                <a:rPr lang="nb" sz="1050" b="0" i="0" dirty="0">
                  <a:solidFill>
                    <a:srgbClr val="070451"/>
                  </a:solidFill>
                  <a:latin typeface="+mj-lt"/>
                  <a:cs typeface="TelenorEvolutionPPT-Light" panose="020B0604020202020204" charset="0"/>
                </a:rPr>
                <a:t>Kjernefarger</a:t>
              </a:r>
            </a:p>
            <a:p>
              <a:pPr lvl="0">
                <a:lnSpc>
                  <a:spcPct val="110000"/>
                </a:lnSpc>
              </a:pPr>
              <a:r>
                <a:rPr lang="nb" sz="800" b="0" i="0" noProof="1">
                  <a:solidFill>
                    <a:srgbClr val="070451"/>
                  </a:solidFill>
                  <a:cs typeface="TelenorEvolutionPPT-Light" panose="020B0604020202020204" charset="0"/>
                </a:rPr>
                <a:t>Våre blå farger er en nøkkelingrediens for å etablere merkevaregjenkjenning.</a:t>
              </a:r>
            </a:p>
          </p:txBody>
        </p:sp>
        <p:cxnSp>
          <p:nvCxnSpPr>
            <p:cNvPr id="17" name="Rett linje 53">
              <a:extLst>
                <a:ext uri="{FF2B5EF4-FFF2-40B4-BE49-F238E27FC236}">
                  <a16:creationId xmlns:a16="http://schemas.microsoft.com/office/drawing/2014/main" id="{55375B1C-7ADB-C9AD-610D-D5A26D8F0EC4}"/>
                </a:ext>
              </a:extLst>
            </p:cNvPr>
            <p:cNvCxnSpPr>
              <a:cxnSpLocks/>
            </p:cNvCxnSpPr>
            <p:nvPr/>
          </p:nvCxnSpPr>
          <p:spPr>
            <a:xfrm>
              <a:off x="12627096" y="4105379"/>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cxnSp>
          <p:nvCxnSpPr>
            <p:cNvPr id="18" name="Rett linje 53">
              <a:extLst>
                <a:ext uri="{FF2B5EF4-FFF2-40B4-BE49-F238E27FC236}">
                  <a16:creationId xmlns:a16="http://schemas.microsoft.com/office/drawing/2014/main" id="{33E48FD0-9A45-A4B4-33D6-72CB77C9E184}"/>
                </a:ext>
              </a:extLst>
            </p:cNvPr>
            <p:cNvCxnSpPr>
              <a:cxnSpLocks/>
            </p:cNvCxnSpPr>
            <p:nvPr/>
          </p:nvCxnSpPr>
          <p:spPr>
            <a:xfrm>
              <a:off x="12627096" y="1237835"/>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grpSp>
          <p:nvGrpSpPr>
            <p:cNvPr id="19" name="Group 75">
              <a:extLst>
                <a:ext uri="{FF2B5EF4-FFF2-40B4-BE49-F238E27FC236}">
                  <a16:creationId xmlns:a16="http://schemas.microsoft.com/office/drawing/2014/main" id="{C70BCBD9-2113-AAA8-FE26-EBBDC360213E}"/>
                </a:ext>
              </a:extLst>
            </p:cNvPr>
            <p:cNvGrpSpPr/>
            <p:nvPr/>
          </p:nvGrpSpPr>
          <p:grpSpPr>
            <a:xfrm>
              <a:off x="12627096" y="2374072"/>
              <a:ext cx="2160000" cy="234286"/>
              <a:chOff x="12944663" y="3703978"/>
              <a:chExt cx="2160000" cy="234286"/>
            </a:xfrm>
          </p:grpSpPr>
          <p:cxnSp>
            <p:nvCxnSpPr>
              <p:cNvPr id="36" name="Rett linje 54">
                <a:extLst>
                  <a:ext uri="{FF2B5EF4-FFF2-40B4-BE49-F238E27FC236}">
                    <a16:creationId xmlns:a16="http://schemas.microsoft.com/office/drawing/2014/main" id="{BAE0610D-0840-A7E6-ADFE-A40D3DDC6D82}"/>
                  </a:ext>
                </a:extLst>
              </p:cNvPr>
              <p:cNvCxnSpPr>
                <a:cxnSpLocks/>
              </p:cNvCxnSpPr>
              <p:nvPr/>
            </p:nvCxnSpPr>
            <p:spPr>
              <a:xfrm>
                <a:off x="12944663" y="3703978"/>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sp>
            <p:nvSpPr>
              <p:cNvPr id="37" name="TekstSylinder 61">
                <a:extLst>
                  <a:ext uri="{FF2B5EF4-FFF2-40B4-BE49-F238E27FC236}">
                    <a16:creationId xmlns:a16="http://schemas.microsoft.com/office/drawing/2014/main" id="{4784EEC4-66C8-F9A1-5FA5-782C20B2E6FD}"/>
                  </a:ext>
                </a:extLst>
              </p:cNvPr>
              <p:cNvSpPr txBox="1"/>
              <p:nvPr/>
            </p:nvSpPr>
            <p:spPr>
              <a:xfrm>
                <a:off x="12944663" y="3703978"/>
                <a:ext cx="2159999" cy="234286"/>
              </a:xfrm>
              <a:prstGeom prst="rect">
                <a:avLst/>
              </a:prstGeom>
              <a:noFill/>
            </p:spPr>
            <p:txBody>
              <a:bodyPr wrap="square" lIns="0" tIns="72000" rIns="0" bIns="0" rtlCol="0">
                <a:spAutoFit/>
              </a:bodyPr>
              <a:lstStyle/>
              <a:p>
                <a:pPr marL="0" algn="l" defTabSz="914400" rtl="0" eaLnBrk="1" latinLnBrk="0" hangingPunct="1">
                  <a:spcAft>
                    <a:spcPts val="600"/>
                  </a:spcAft>
                </a:pPr>
                <a:r>
                  <a:rPr lang="nb" sz="1050" b="0" i="0" kern="1200" dirty="0">
                    <a:solidFill>
                      <a:srgbClr val="070451"/>
                    </a:solidFill>
                    <a:latin typeface="+mj-lt"/>
                    <a:ea typeface="+mn-ea"/>
                    <a:cs typeface="TelenorEvolutionPPT-Light" panose="020B0604020202020204" charset="0"/>
                  </a:rPr>
                  <a:t>Støttende farger</a:t>
                </a:r>
              </a:p>
            </p:txBody>
          </p:sp>
        </p:grpSp>
        <p:grpSp>
          <p:nvGrpSpPr>
            <p:cNvPr id="20" name="Group 8">
              <a:extLst>
                <a:ext uri="{FF2B5EF4-FFF2-40B4-BE49-F238E27FC236}">
                  <a16:creationId xmlns:a16="http://schemas.microsoft.com/office/drawing/2014/main" id="{4ED02AC7-42EF-175F-1BB0-B548A33B1764}"/>
                </a:ext>
              </a:extLst>
            </p:cNvPr>
            <p:cNvGrpSpPr/>
            <p:nvPr userDrawn="1"/>
          </p:nvGrpSpPr>
          <p:grpSpPr>
            <a:xfrm>
              <a:off x="12627096" y="3399204"/>
              <a:ext cx="2139213" cy="568472"/>
              <a:chOff x="12627096" y="3601112"/>
              <a:chExt cx="2139213" cy="568472"/>
            </a:xfrm>
          </p:grpSpPr>
          <p:grpSp>
            <p:nvGrpSpPr>
              <p:cNvPr id="29" name="Group 14">
                <a:extLst>
                  <a:ext uri="{FF2B5EF4-FFF2-40B4-BE49-F238E27FC236}">
                    <a16:creationId xmlns:a16="http://schemas.microsoft.com/office/drawing/2014/main" id="{8C61E1D3-9DA9-A5BE-55BF-AB1C9B3E12EE}"/>
                  </a:ext>
                </a:extLst>
              </p:cNvPr>
              <p:cNvGrpSpPr/>
              <p:nvPr/>
            </p:nvGrpSpPr>
            <p:grpSpPr>
              <a:xfrm>
                <a:off x="12627097" y="3809584"/>
                <a:ext cx="2139212" cy="360000"/>
                <a:chOff x="12627097" y="3996340"/>
                <a:chExt cx="2139212" cy="360000"/>
              </a:xfrm>
            </p:grpSpPr>
            <p:sp>
              <p:nvSpPr>
                <p:cNvPr id="31" name="Ellipse 74">
                  <a:extLst>
                    <a:ext uri="{FF2B5EF4-FFF2-40B4-BE49-F238E27FC236}">
                      <a16:creationId xmlns:a16="http://schemas.microsoft.com/office/drawing/2014/main" id="{2248B696-CDFF-D7C6-AC24-CC0B9B3A8185}"/>
                    </a:ext>
                  </a:extLst>
                </p:cNvPr>
                <p:cNvSpPr>
                  <a:spLocks noChangeAspect="1"/>
                </p:cNvSpPr>
                <p:nvPr/>
              </p:nvSpPr>
              <p:spPr>
                <a:xfrm>
                  <a:off x="12627097" y="3996340"/>
                  <a:ext cx="360000" cy="360000"/>
                </a:xfrm>
                <a:prstGeom prst="ellipse">
                  <a:avLst/>
                </a:prstGeom>
                <a:solidFill>
                  <a:srgbClr val="FFF5F9"/>
                </a:solidFill>
                <a:ln w="12700">
                  <a:solidFill>
                    <a:srgbClr val="FFB8D7"/>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32" name="Ellipse 75">
                  <a:extLst>
                    <a:ext uri="{FF2B5EF4-FFF2-40B4-BE49-F238E27FC236}">
                      <a16:creationId xmlns:a16="http://schemas.microsoft.com/office/drawing/2014/main" id="{19689632-940A-1FE0-0489-B113EBBF6E09}"/>
                    </a:ext>
                  </a:extLst>
                </p:cNvPr>
                <p:cNvSpPr>
                  <a:spLocks noChangeAspect="1"/>
                </p:cNvSpPr>
                <p:nvPr/>
              </p:nvSpPr>
              <p:spPr>
                <a:xfrm>
                  <a:off x="14406309" y="3996340"/>
                  <a:ext cx="360000" cy="360000"/>
                </a:xfrm>
                <a:prstGeom prst="ellipse">
                  <a:avLst/>
                </a:prstGeom>
                <a:solidFill>
                  <a:srgbClr val="F5FEF6"/>
                </a:solidFill>
                <a:ln w="12700">
                  <a:solidFill>
                    <a:srgbClr val="B1FBB9"/>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33" name="Ellipse 76">
                  <a:extLst>
                    <a:ext uri="{FF2B5EF4-FFF2-40B4-BE49-F238E27FC236}">
                      <a16:creationId xmlns:a16="http://schemas.microsoft.com/office/drawing/2014/main" id="{603FD40E-D8FE-46AA-4A8D-BF5116103C3A}"/>
                    </a:ext>
                  </a:extLst>
                </p:cNvPr>
                <p:cNvSpPr>
                  <a:spLocks noChangeAspect="1"/>
                </p:cNvSpPr>
                <p:nvPr/>
              </p:nvSpPr>
              <p:spPr>
                <a:xfrm>
                  <a:off x="13516703" y="3996340"/>
                  <a:ext cx="360000" cy="360000"/>
                </a:xfrm>
                <a:prstGeom prst="ellipse">
                  <a:avLst/>
                </a:prstGeom>
                <a:solidFill>
                  <a:srgbClr val="FFF9F5"/>
                </a:solidFill>
                <a:ln w="12700">
                  <a:solidFill>
                    <a:srgbClr val="FFCFAD"/>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34" name="Ellipse 77">
                  <a:extLst>
                    <a:ext uri="{FF2B5EF4-FFF2-40B4-BE49-F238E27FC236}">
                      <a16:creationId xmlns:a16="http://schemas.microsoft.com/office/drawing/2014/main" id="{E59041D8-73F0-51F4-5FD7-B65E27E635BD}"/>
                    </a:ext>
                  </a:extLst>
                </p:cNvPr>
                <p:cNvSpPr>
                  <a:spLocks noChangeAspect="1"/>
                </p:cNvSpPr>
                <p:nvPr/>
              </p:nvSpPr>
              <p:spPr>
                <a:xfrm>
                  <a:off x="13961506" y="3996340"/>
                  <a:ext cx="360000" cy="360000"/>
                </a:xfrm>
                <a:prstGeom prst="ellipse">
                  <a:avLst/>
                </a:prstGeom>
                <a:solidFill>
                  <a:srgbClr val="FFFDEB"/>
                </a:solidFill>
                <a:ln w="12700">
                  <a:solidFill>
                    <a:srgbClr val="FEF7B9"/>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35" name="Ellipse 78">
                  <a:extLst>
                    <a:ext uri="{FF2B5EF4-FFF2-40B4-BE49-F238E27FC236}">
                      <a16:creationId xmlns:a16="http://schemas.microsoft.com/office/drawing/2014/main" id="{16798283-4666-6C92-5F88-CDBBB58D30C6}"/>
                    </a:ext>
                  </a:extLst>
                </p:cNvPr>
                <p:cNvSpPr>
                  <a:spLocks noChangeAspect="1"/>
                </p:cNvSpPr>
                <p:nvPr/>
              </p:nvSpPr>
              <p:spPr>
                <a:xfrm>
                  <a:off x="13071900" y="3996340"/>
                  <a:ext cx="360000" cy="360000"/>
                </a:xfrm>
                <a:prstGeom prst="ellipse">
                  <a:avLst/>
                </a:prstGeom>
                <a:solidFill>
                  <a:srgbClr val="FFF5F5"/>
                </a:solidFill>
                <a:ln w="12700">
                  <a:solidFill>
                    <a:srgbClr val="FFADAD"/>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grpSp>
          <p:sp>
            <p:nvSpPr>
              <p:cNvPr id="30" name="TextBox 13">
                <a:extLst>
                  <a:ext uri="{FF2B5EF4-FFF2-40B4-BE49-F238E27FC236}">
                    <a16:creationId xmlns:a16="http://schemas.microsoft.com/office/drawing/2014/main" id="{7E761EED-D13B-925B-CE65-AF443CC52C6E}"/>
                  </a:ext>
                </a:extLst>
              </p:cNvPr>
              <p:cNvSpPr txBox="1"/>
              <p:nvPr/>
            </p:nvSpPr>
            <p:spPr>
              <a:xfrm>
                <a:off x="12627096" y="3601112"/>
                <a:ext cx="788677" cy="123111"/>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pPr>
                <a:r>
                  <a:rPr kumimoji="0" lang="nb" sz="800" b="0" i="0" u="none" strike="noStrike" kern="1200" cap="none" spc="0" normalizeH="0" baseline="0" dirty="0">
                    <a:ln>
                      <a:noFill/>
                    </a:ln>
                    <a:solidFill>
                      <a:srgbClr val="070451"/>
                    </a:solidFill>
                    <a:effectLst/>
                    <a:uLnTx/>
                    <a:uFillTx/>
                    <a:latin typeface="+mn-lt"/>
                    <a:ea typeface="+mn-ea"/>
                    <a:cs typeface="TelenorEvolutionPPT-Light" panose="020B0604020202020204" charset="0"/>
                  </a:rPr>
                  <a:t>Bakgrunnsfarger</a:t>
                </a:r>
                <a:endParaRPr kumimoji="0" lang="nb-NO" sz="800" b="0" i="0" u="none" strike="noStrike" kern="1200" cap="none" spc="0" normalizeH="0" baseline="0" noProof="0" dirty="0">
                  <a:ln>
                    <a:noFill/>
                  </a:ln>
                  <a:solidFill>
                    <a:schemeClr val="tx1"/>
                  </a:solidFill>
                  <a:effectLst/>
                  <a:uLnTx/>
                  <a:uFillTx/>
                  <a:latin typeface="TelenorEvolutionPPT-Light" panose="020B0604020202020204" charset="0"/>
                  <a:ea typeface="+mn-ea"/>
                  <a:cs typeface="TelenorEvolutionPPT-Light" panose="020B0604020202020204" charset="0"/>
                </a:endParaRPr>
              </a:p>
            </p:txBody>
          </p:sp>
        </p:grpSp>
        <p:grpSp>
          <p:nvGrpSpPr>
            <p:cNvPr id="21" name="Group 7">
              <a:extLst>
                <a:ext uri="{FF2B5EF4-FFF2-40B4-BE49-F238E27FC236}">
                  <a16:creationId xmlns:a16="http://schemas.microsoft.com/office/drawing/2014/main" id="{A5AC3876-640C-7C2A-7754-DE08E6C719B4}"/>
                </a:ext>
              </a:extLst>
            </p:cNvPr>
            <p:cNvGrpSpPr/>
            <p:nvPr userDrawn="1"/>
          </p:nvGrpSpPr>
          <p:grpSpPr>
            <a:xfrm>
              <a:off x="12627096" y="2687503"/>
              <a:ext cx="2139213" cy="568472"/>
              <a:chOff x="12627096" y="2816351"/>
              <a:chExt cx="2139213" cy="568472"/>
            </a:xfrm>
          </p:grpSpPr>
          <p:grpSp>
            <p:nvGrpSpPr>
              <p:cNvPr id="22" name="Group 19">
                <a:extLst>
                  <a:ext uri="{FF2B5EF4-FFF2-40B4-BE49-F238E27FC236}">
                    <a16:creationId xmlns:a16="http://schemas.microsoft.com/office/drawing/2014/main" id="{93574B12-CF31-E790-3BAD-E44F553E74FC}"/>
                  </a:ext>
                </a:extLst>
              </p:cNvPr>
              <p:cNvGrpSpPr/>
              <p:nvPr/>
            </p:nvGrpSpPr>
            <p:grpSpPr>
              <a:xfrm>
                <a:off x="12627097" y="3024823"/>
                <a:ext cx="2139212" cy="360000"/>
                <a:chOff x="12627097" y="3302521"/>
                <a:chExt cx="2139212" cy="360000"/>
              </a:xfrm>
            </p:grpSpPr>
            <p:sp>
              <p:nvSpPr>
                <p:cNvPr id="24" name="Ellipse 56">
                  <a:extLst>
                    <a:ext uri="{FF2B5EF4-FFF2-40B4-BE49-F238E27FC236}">
                      <a16:creationId xmlns:a16="http://schemas.microsoft.com/office/drawing/2014/main" id="{0A74A497-B514-2740-B3CB-18363A644F8E}"/>
                    </a:ext>
                  </a:extLst>
                </p:cNvPr>
                <p:cNvSpPr>
                  <a:spLocks noChangeAspect="1"/>
                </p:cNvSpPr>
                <p:nvPr/>
              </p:nvSpPr>
              <p:spPr>
                <a:xfrm>
                  <a:off x="12627097" y="3302521"/>
                  <a:ext cx="360000" cy="360000"/>
                </a:xfrm>
                <a:prstGeom prst="ellipse">
                  <a:avLst/>
                </a:prstGeom>
                <a:solidFill>
                  <a:srgbClr val="FFB8D7"/>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25" name="Ellipse 57">
                  <a:extLst>
                    <a:ext uri="{FF2B5EF4-FFF2-40B4-BE49-F238E27FC236}">
                      <a16:creationId xmlns:a16="http://schemas.microsoft.com/office/drawing/2014/main" id="{C18EF6C0-FBF7-AB85-8743-FAA7683A69B9}"/>
                    </a:ext>
                  </a:extLst>
                </p:cNvPr>
                <p:cNvSpPr>
                  <a:spLocks noChangeAspect="1"/>
                </p:cNvSpPr>
                <p:nvPr/>
              </p:nvSpPr>
              <p:spPr>
                <a:xfrm>
                  <a:off x="14406309" y="3302521"/>
                  <a:ext cx="360000" cy="360000"/>
                </a:xfrm>
                <a:prstGeom prst="ellipse">
                  <a:avLst/>
                </a:prstGeom>
                <a:solidFill>
                  <a:srgbClr val="B1FBB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26" name="Ellipse 58">
                  <a:extLst>
                    <a:ext uri="{FF2B5EF4-FFF2-40B4-BE49-F238E27FC236}">
                      <a16:creationId xmlns:a16="http://schemas.microsoft.com/office/drawing/2014/main" id="{07711566-18A3-75C3-B81E-28EC7C0A31A0}"/>
                    </a:ext>
                  </a:extLst>
                </p:cNvPr>
                <p:cNvSpPr>
                  <a:spLocks noChangeAspect="1"/>
                </p:cNvSpPr>
                <p:nvPr/>
              </p:nvSpPr>
              <p:spPr>
                <a:xfrm>
                  <a:off x="13516703" y="3302521"/>
                  <a:ext cx="360000" cy="360000"/>
                </a:xfrm>
                <a:prstGeom prst="ellipse">
                  <a:avLst/>
                </a:prstGeom>
                <a:solidFill>
                  <a:srgbClr val="FFCFAD"/>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27" name="Ellipse 59">
                  <a:extLst>
                    <a:ext uri="{FF2B5EF4-FFF2-40B4-BE49-F238E27FC236}">
                      <a16:creationId xmlns:a16="http://schemas.microsoft.com/office/drawing/2014/main" id="{CDCB6CAA-B918-46D6-9D2B-890F64709A00}"/>
                    </a:ext>
                  </a:extLst>
                </p:cNvPr>
                <p:cNvSpPr>
                  <a:spLocks noChangeAspect="1"/>
                </p:cNvSpPr>
                <p:nvPr/>
              </p:nvSpPr>
              <p:spPr>
                <a:xfrm>
                  <a:off x="13961506" y="3302521"/>
                  <a:ext cx="360000" cy="360000"/>
                </a:xfrm>
                <a:prstGeom prst="ellipse">
                  <a:avLst/>
                </a:prstGeom>
                <a:solidFill>
                  <a:srgbClr val="FEF7B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28" name="Ellipse 60">
                  <a:extLst>
                    <a:ext uri="{FF2B5EF4-FFF2-40B4-BE49-F238E27FC236}">
                      <a16:creationId xmlns:a16="http://schemas.microsoft.com/office/drawing/2014/main" id="{388B21CA-FB39-78AD-6D8E-3520AD485CEF}"/>
                    </a:ext>
                  </a:extLst>
                </p:cNvPr>
                <p:cNvSpPr>
                  <a:spLocks noChangeAspect="1"/>
                </p:cNvSpPr>
                <p:nvPr/>
              </p:nvSpPr>
              <p:spPr>
                <a:xfrm>
                  <a:off x="13071900" y="3302521"/>
                  <a:ext cx="360000" cy="360000"/>
                </a:xfrm>
                <a:prstGeom prst="ellipse">
                  <a:avLst/>
                </a:prstGeom>
                <a:solidFill>
                  <a:srgbClr val="FFADAD"/>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grpSp>
          <p:sp>
            <p:nvSpPr>
              <p:cNvPr id="23" name="TextBox 15">
                <a:extLst>
                  <a:ext uri="{FF2B5EF4-FFF2-40B4-BE49-F238E27FC236}">
                    <a16:creationId xmlns:a16="http://schemas.microsoft.com/office/drawing/2014/main" id="{47E0C22B-0A3B-73DA-6AC8-FD86368B5440}"/>
                  </a:ext>
                </a:extLst>
              </p:cNvPr>
              <p:cNvSpPr txBox="1"/>
              <p:nvPr/>
            </p:nvSpPr>
            <p:spPr>
              <a:xfrm>
                <a:off x="12627096" y="2816351"/>
                <a:ext cx="549831" cy="123111"/>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pPr>
                <a:r>
                  <a:rPr kumimoji="0" lang="nb" sz="800" b="0" i="0" u="none" strike="noStrike" kern="1200" cap="none" spc="0" normalizeH="0" baseline="0" dirty="0">
                    <a:ln>
                      <a:noFill/>
                    </a:ln>
                    <a:solidFill>
                      <a:srgbClr val="070451"/>
                    </a:solidFill>
                    <a:effectLst/>
                    <a:uLnTx/>
                    <a:uFillTx/>
                    <a:latin typeface="+mn-lt"/>
                    <a:ea typeface="+mn-ea"/>
                    <a:cs typeface="TelenorEvolutionPPT-Light" panose="020B0604020202020204" charset="0"/>
                  </a:rPr>
                  <a:t>Tekstfarger</a:t>
                </a:r>
                <a:endParaRPr kumimoji="0" lang="nb-NO" sz="800" b="0" i="0" u="none" strike="noStrike" kern="1200" cap="none" spc="0" normalizeH="0" baseline="0" noProof="0" dirty="0">
                  <a:ln>
                    <a:noFill/>
                  </a:ln>
                  <a:solidFill>
                    <a:schemeClr val="tx1"/>
                  </a:solidFill>
                  <a:effectLst/>
                  <a:uLnTx/>
                  <a:uFillTx/>
                  <a:latin typeface="TelenorEvolutionPPT-Light" panose="020B0604020202020204" charset="0"/>
                  <a:ea typeface="+mn-ea"/>
                  <a:cs typeface="TelenorEvolutionPPT-Light" panose="020B0604020202020204" charset="0"/>
                </a:endParaRPr>
              </a:p>
            </p:txBody>
          </p:sp>
        </p:grpSp>
      </p:grpSp>
      <p:sp>
        <p:nvSpPr>
          <p:cNvPr id="38" name="TekstSylinder 50">
            <a:extLst>
              <a:ext uri="{FF2B5EF4-FFF2-40B4-BE49-F238E27FC236}">
                <a16:creationId xmlns:a16="http://schemas.microsoft.com/office/drawing/2014/main" id="{062F6A8E-A2BA-E00B-EE6B-C897DA3B672E}"/>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5332867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Tittellysbild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CD5C1-50FD-5C84-4C13-D3C6827A3928}"/>
              </a:ext>
            </a:extLst>
          </p:cNvPr>
          <p:cNvSpPr>
            <a:spLocks noGrp="1"/>
          </p:cNvSpPr>
          <p:nvPr>
            <p:ph type="ctrTitle" hasCustomPrompt="1"/>
          </p:nvPr>
        </p:nvSpPr>
        <p:spPr>
          <a:xfrm>
            <a:off x="540070" y="540001"/>
            <a:ext cx="11111046" cy="2900361"/>
          </a:xfrm>
        </p:spPr>
        <p:txBody>
          <a:bodyPr anchor="t" anchorCtr="0"/>
          <a:lstStyle>
            <a:lvl1pPr algn="l">
              <a:lnSpc>
                <a:spcPct val="80000"/>
              </a:lnSpc>
              <a:defRPr sz="8000" b="1" i="1">
                <a:solidFill>
                  <a:schemeClr val="accent3"/>
                </a:solidFill>
                <a:latin typeface="+mj-lt"/>
              </a:defRPr>
            </a:lvl1pPr>
          </a:lstStyle>
          <a:p>
            <a:r>
              <a:rPr lang="nb" dirty="0"/>
              <a:t>Klikk for å redigere</a:t>
            </a:r>
            <a:endParaRPr lang="nb-NO" dirty="0"/>
          </a:p>
        </p:txBody>
      </p:sp>
      <p:sp>
        <p:nvSpPr>
          <p:cNvPr id="3" name="Subtitle 2">
            <a:extLst>
              <a:ext uri="{FF2B5EF4-FFF2-40B4-BE49-F238E27FC236}">
                <a16:creationId xmlns:a16="http://schemas.microsoft.com/office/drawing/2014/main" id="{C33FB782-23B5-EA5B-5A17-97533B40A82E}"/>
              </a:ext>
            </a:extLst>
          </p:cNvPr>
          <p:cNvSpPr>
            <a:spLocks noGrp="1"/>
          </p:cNvSpPr>
          <p:nvPr>
            <p:ph type="subTitle" idx="1" hasCustomPrompt="1"/>
          </p:nvPr>
        </p:nvSpPr>
        <p:spPr>
          <a:xfrm>
            <a:off x="540071" y="3430800"/>
            <a:ext cx="9453205" cy="1828800"/>
          </a:xfrm>
        </p:spPr>
        <p:txBody>
          <a:bodyPr/>
          <a:lstStyle>
            <a:lvl1pPr marL="0" indent="0" algn="l">
              <a:spcBef>
                <a:spcPts val="0"/>
              </a:spcBef>
              <a:spcAft>
                <a:spcPts val="0"/>
              </a:spcAft>
              <a:buNone/>
              <a:defRPr sz="1600">
                <a:solidFill>
                  <a:schemeClr val="tx1"/>
                </a:solidFill>
              </a:defRPr>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r>
              <a:rPr lang="nb"/>
              <a:t>Undertittel, navn, dato</a:t>
            </a:r>
            <a:endParaRPr lang="nb-NO"/>
          </a:p>
        </p:txBody>
      </p:sp>
      <p:sp>
        <p:nvSpPr>
          <p:cNvPr id="10" name="Graphic 8">
            <a:extLst>
              <a:ext uri="{FF2B5EF4-FFF2-40B4-BE49-F238E27FC236}">
                <a16:creationId xmlns:a16="http://schemas.microsoft.com/office/drawing/2014/main" id="{E14C306B-B2D9-0FE6-7C7C-4362733BE422}"/>
              </a:ext>
            </a:extLst>
          </p:cNvPr>
          <p:cNvSpPr>
            <a:spLocks noChangeAspect="1"/>
          </p:cNvSpPr>
          <p:nvPr/>
        </p:nvSpPr>
        <p:spPr>
          <a:xfrm>
            <a:off x="10794689" y="5626571"/>
            <a:ext cx="866855" cy="792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rgbClr val="00C8FF"/>
          </a:solidFill>
          <a:ln w="2177" cap="flat">
            <a:noFill/>
            <a:prstDash val="solid"/>
            <a:miter/>
          </a:ln>
        </p:spPr>
        <p:txBody>
          <a:bodyPr rtlCol="0" anchor="ctr"/>
          <a:lstStyle/>
          <a:p>
            <a:endParaRPr lang="en-US" sz="1800" noProof="0"/>
          </a:p>
        </p:txBody>
      </p:sp>
      <p:sp>
        <p:nvSpPr>
          <p:cNvPr id="11" name="Freeform 10">
            <a:extLst>
              <a:ext uri="{FF2B5EF4-FFF2-40B4-BE49-F238E27FC236}">
                <a16:creationId xmlns:a16="http://schemas.microsoft.com/office/drawing/2014/main" id="{89D37133-9D8E-FF17-61DF-17D3228F51EC}"/>
              </a:ext>
            </a:extLst>
          </p:cNvPr>
          <p:cNvSpPr/>
          <p:nvPr/>
        </p:nvSpPr>
        <p:spPr>
          <a:xfrm>
            <a:off x="540071" y="6070713"/>
            <a:ext cx="976942" cy="258650"/>
          </a:xfrm>
          <a:custGeom>
            <a:avLst/>
            <a:gdLst>
              <a:gd name="connsiteX0" fmla="*/ 785859 w 976815"/>
              <a:gd name="connsiteY0" fmla="*/ 83254 h 258650"/>
              <a:gd name="connsiteX1" fmla="*/ 733522 w 976815"/>
              <a:gd name="connsiteY1" fmla="*/ 135944 h 258650"/>
              <a:gd name="connsiteX2" fmla="*/ 733522 w 976815"/>
              <a:gd name="connsiteY2" fmla="*/ 189256 h 258650"/>
              <a:gd name="connsiteX3" fmla="*/ 785859 w 976815"/>
              <a:gd name="connsiteY3" fmla="*/ 242212 h 258650"/>
              <a:gd name="connsiteX4" fmla="*/ 838818 w 976815"/>
              <a:gd name="connsiteY4" fmla="*/ 189256 h 258650"/>
              <a:gd name="connsiteX5" fmla="*/ 838818 w 976815"/>
              <a:gd name="connsiteY5" fmla="*/ 135944 h 258650"/>
              <a:gd name="connsiteX6" fmla="*/ 785859 w 976815"/>
              <a:gd name="connsiteY6" fmla="*/ 83254 h 258650"/>
              <a:gd name="connsiteX7" fmla="*/ 434248 w 976815"/>
              <a:gd name="connsiteY7" fmla="*/ 82632 h 258650"/>
              <a:gd name="connsiteX8" fmla="*/ 385021 w 976815"/>
              <a:gd name="connsiteY8" fmla="*/ 135589 h 258650"/>
              <a:gd name="connsiteX9" fmla="*/ 385021 w 976815"/>
              <a:gd name="connsiteY9" fmla="*/ 156647 h 258650"/>
              <a:gd name="connsiteX10" fmla="*/ 485608 w 976815"/>
              <a:gd name="connsiteY10" fmla="*/ 156647 h 258650"/>
              <a:gd name="connsiteX11" fmla="*/ 485608 w 976815"/>
              <a:gd name="connsiteY11" fmla="*/ 136655 h 258650"/>
              <a:gd name="connsiteX12" fmla="*/ 485519 w 976815"/>
              <a:gd name="connsiteY12" fmla="*/ 136655 h 258650"/>
              <a:gd name="connsiteX13" fmla="*/ 434248 w 976815"/>
              <a:gd name="connsiteY13" fmla="*/ 82632 h 258650"/>
              <a:gd name="connsiteX14" fmla="*/ 182158 w 976815"/>
              <a:gd name="connsiteY14" fmla="*/ 82632 h 258650"/>
              <a:gd name="connsiteX15" fmla="*/ 132931 w 976815"/>
              <a:gd name="connsiteY15" fmla="*/ 135589 h 258650"/>
              <a:gd name="connsiteX16" fmla="*/ 132931 w 976815"/>
              <a:gd name="connsiteY16" fmla="*/ 156647 h 258650"/>
              <a:gd name="connsiteX17" fmla="*/ 233518 w 976815"/>
              <a:gd name="connsiteY17" fmla="*/ 156647 h 258650"/>
              <a:gd name="connsiteX18" fmla="*/ 233518 w 976815"/>
              <a:gd name="connsiteY18" fmla="*/ 136655 h 258650"/>
              <a:gd name="connsiteX19" fmla="*/ 233429 w 976815"/>
              <a:gd name="connsiteY19" fmla="*/ 136655 h 258650"/>
              <a:gd name="connsiteX20" fmla="*/ 182158 w 976815"/>
              <a:gd name="connsiteY20" fmla="*/ 82632 h 258650"/>
              <a:gd name="connsiteX21" fmla="*/ 907861 w 976815"/>
              <a:gd name="connsiteY21" fmla="*/ 69038 h 258650"/>
              <a:gd name="connsiteX22" fmla="*/ 916391 w 976815"/>
              <a:gd name="connsiteY22" fmla="*/ 71082 h 258650"/>
              <a:gd name="connsiteX23" fmla="*/ 916391 w 976815"/>
              <a:gd name="connsiteY23" fmla="*/ 112220 h 258650"/>
              <a:gd name="connsiteX24" fmla="*/ 968018 w 976815"/>
              <a:gd name="connsiteY24" fmla="*/ 69749 h 258650"/>
              <a:gd name="connsiteX25" fmla="*/ 974771 w 976815"/>
              <a:gd name="connsiteY25" fmla="*/ 69749 h 258650"/>
              <a:gd name="connsiteX26" fmla="*/ 976815 w 976815"/>
              <a:gd name="connsiteY26" fmla="*/ 79611 h 258650"/>
              <a:gd name="connsiteX27" fmla="*/ 974060 w 976815"/>
              <a:gd name="connsiteY27" fmla="*/ 88763 h 258650"/>
              <a:gd name="connsiteX28" fmla="*/ 963219 w 976815"/>
              <a:gd name="connsiteY28" fmla="*/ 88763 h 258650"/>
              <a:gd name="connsiteX29" fmla="*/ 963219 w 976815"/>
              <a:gd name="connsiteY29" fmla="*/ 88674 h 258650"/>
              <a:gd name="connsiteX30" fmla="*/ 917013 w 976815"/>
              <a:gd name="connsiteY30" fmla="*/ 130791 h 258650"/>
              <a:gd name="connsiteX31" fmla="*/ 917013 w 976815"/>
              <a:gd name="connsiteY31" fmla="*/ 253852 h 258650"/>
              <a:gd name="connsiteX32" fmla="*/ 907861 w 976815"/>
              <a:gd name="connsiteY32" fmla="*/ 255896 h 258650"/>
              <a:gd name="connsiteX33" fmla="*/ 899064 w 976815"/>
              <a:gd name="connsiteY33" fmla="*/ 253852 h 258650"/>
              <a:gd name="connsiteX34" fmla="*/ 899064 w 976815"/>
              <a:gd name="connsiteY34" fmla="*/ 71082 h 258650"/>
              <a:gd name="connsiteX35" fmla="*/ 907861 w 976815"/>
              <a:gd name="connsiteY35" fmla="*/ 69038 h 258650"/>
              <a:gd name="connsiteX36" fmla="*/ 785859 w 976815"/>
              <a:gd name="connsiteY36" fmla="*/ 66639 h 258650"/>
              <a:gd name="connsiteX37" fmla="*/ 857212 w 976815"/>
              <a:gd name="connsiteY37" fmla="*/ 132923 h 258650"/>
              <a:gd name="connsiteX38" fmla="*/ 857212 w 976815"/>
              <a:gd name="connsiteY38" fmla="*/ 192366 h 258650"/>
              <a:gd name="connsiteX39" fmla="*/ 785859 w 976815"/>
              <a:gd name="connsiteY39" fmla="*/ 258650 h 258650"/>
              <a:gd name="connsiteX40" fmla="*/ 715217 w 976815"/>
              <a:gd name="connsiteY40" fmla="*/ 192366 h 258650"/>
              <a:gd name="connsiteX41" fmla="*/ 715217 w 976815"/>
              <a:gd name="connsiteY41" fmla="*/ 132923 h 258650"/>
              <a:gd name="connsiteX42" fmla="*/ 785859 w 976815"/>
              <a:gd name="connsiteY42" fmla="*/ 66639 h 258650"/>
              <a:gd name="connsiteX43" fmla="*/ 627870 w 976815"/>
              <a:gd name="connsiteY43" fmla="*/ 66639 h 258650"/>
              <a:gd name="connsiteX44" fmla="*/ 676120 w 976815"/>
              <a:gd name="connsiteY44" fmla="*/ 121017 h 258650"/>
              <a:gd name="connsiteX45" fmla="*/ 676120 w 976815"/>
              <a:gd name="connsiteY45" fmla="*/ 253852 h 258650"/>
              <a:gd name="connsiteX46" fmla="*/ 666967 w 976815"/>
              <a:gd name="connsiteY46" fmla="*/ 255896 h 258650"/>
              <a:gd name="connsiteX47" fmla="*/ 657815 w 976815"/>
              <a:gd name="connsiteY47" fmla="*/ 253852 h 258650"/>
              <a:gd name="connsiteX48" fmla="*/ 657815 w 976815"/>
              <a:gd name="connsiteY48" fmla="*/ 129103 h 258650"/>
              <a:gd name="connsiteX49" fmla="*/ 622449 w 976815"/>
              <a:gd name="connsiteY49" fmla="*/ 84943 h 258650"/>
              <a:gd name="connsiteX50" fmla="*/ 563981 w 976815"/>
              <a:gd name="connsiteY50" fmla="*/ 124393 h 258650"/>
              <a:gd name="connsiteX51" fmla="*/ 563981 w 976815"/>
              <a:gd name="connsiteY51" fmla="*/ 253852 h 258650"/>
              <a:gd name="connsiteX52" fmla="*/ 554828 w 976815"/>
              <a:gd name="connsiteY52" fmla="*/ 255896 h 258650"/>
              <a:gd name="connsiteX53" fmla="*/ 545676 w 976815"/>
              <a:gd name="connsiteY53" fmla="*/ 253852 h 258650"/>
              <a:gd name="connsiteX54" fmla="*/ 545676 w 976815"/>
              <a:gd name="connsiteY54" fmla="*/ 71082 h 258650"/>
              <a:gd name="connsiteX55" fmla="*/ 554828 w 976815"/>
              <a:gd name="connsiteY55" fmla="*/ 69038 h 258650"/>
              <a:gd name="connsiteX56" fmla="*/ 563625 w 976815"/>
              <a:gd name="connsiteY56" fmla="*/ 71082 h 258650"/>
              <a:gd name="connsiteX57" fmla="*/ 563625 w 976815"/>
              <a:gd name="connsiteY57" fmla="*/ 104046 h 258650"/>
              <a:gd name="connsiteX58" fmla="*/ 627870 w 976815"/>
              <a:gd name="connsiteY58" fmla="*/ 66639 h 258650"/>
              <a:gd name="connsiteX59" fmla="*/ 434337 w 976815"/>
              <a:gd name="connsiteY59" fmla="*/ 66550 h 258650"/>
              <a:gd name="connsiteX60" fmla="*/ 504002 w 976815"/>
              <a:gd name="connsiteY60" fmla="*/ 138254 h 258650"/>
              <a:gd name="connsiteX61" fmla="*/ 504002 w 976815"/>
              <a:gd name="connsiteY61" fmla="*/ 171574 h 258650"/>
              <a:gd name="connsiteX62" fmla="*/ 385021 w 976815"/>
              <a:gd name="connsiteY62" fmla="*/ 171574 h 258650"/>
              <a:gd name="connsiteX63" fmla="*/ 385021 w 976815"/>
              <a:gd name="connsiteY63" fmla="*/ 189256 h 258650"/>
              <a:gd name="connsiteX64" fmla="*/ 437358 w 976815"/>
              <a:gd name="connsiteY64" fmla="*/ 241946 h 258650"/>
              <a:gd name="connsiteX65" fmla="*/ 493072 w 976815"/>
              <a:gd name="connsiteY65" fmla="*/ 227640 h 258650"/>
              <a:gd name="connsiteX66" fmla="*/ 500892 w 976815"/>
              <a:gd name="connsiteY66" fmla="*/ 242923 h 258650"/>
              <a:gd name="connsiteX67" fmla="*/ 438069 w 976815"/>
              <a:gd name="connsiteY67" fmla="*/ 258561 h 258650"/>
              <a:gd name="connsiteX68" fmla="*/ 366716 w 976815"/>
              <a:gd name="connsiteY68" fmla="*/ 190589 h 258650"/>
              <a:gd name="connsiteX69" fmla="*/ 366716 w 976815"/>
              <a:gd name="connsiteY69" fmla="*/ 134522 h 258650"/>
              <a:gd name="connsiteX70" fmla="*/ 434337 w 976815"/>
              <a:gd name="connsiteY70" fmla="*/ 66550 h 258650"/>
              <a:gd name="connsiteX71" fmla="*/ 182247 w 976815"/>
              <a:gd name="connsiteY71" fmla="*/ 66550 h 258650"/>
              <a:gd name="connsiteX72" fmla="*/ 251912 w 976815"/>
              <a:gd name="connsiteY72" fmla="*/ 138254 h 258650"/>
              <a:gd name="connsiteX73" fmla="*/ 251912 w 976815"/>
              <a:gd name="connsiteY73" fmla="*/ 171574 h 258650"/>
              <a:gd name="connsiteX74" fmla="*/ 132931 w 976815"/>
              <a:gd name="connsiteY74" fmla="*/ 171574 h 258650"/>
              <a:gd name="connsiteX75" fmla="*/ 132931 w 976815"/>
              <a:gd name="connsiteY75" fmla="*/ 189256 h 258650"/>
              <a:gd name="connsiteX76" fmla="*/ 185268 w 976815"/>
              <a:gd name="connsiteY76" fmla="*/ 241946 h 258650"/>
              <a:gd name="connsiteX77" fmla="*/ 240982 w 976815"/>
              <a:gd name="connsiteY77" fmla="*/ 227640 h 258650"/>
              <a:gd name="connsiteX78" fmla="*/ 248802 w 976815"/>
              <a:gd name="connsiteY78" fmla="*/ 242923 h 258650"/>
              <a:gd name="connsiteX79" fmla="*/ 185979 w 976815"/>
              <a:gd name="connsiteY79" fmla="*/ 258561 h 258650"/>
              <a:gd name="connsiteX80" fmla="*/ 114626 w 976815"/>
              <a:gd name="connsiteY80" fmla="*/ 190589 h 258650"/>
              <a:gd name="connsiteX81" fmla="*/ 114626 w 976815"/>
              <a:gd name="connsiteY81" fmla="*/ 134522 h 258650"/>
              <a:gd name="connsiteX82" fmla="*/ 182247 w 976815"/>
              <a:gd name="connsiteY82" fmla="*/ 66550 h 258650"/>
              <a:gd name="connsiteX83" fmla="*/ 37409 w 976815"/>
              <a:gd name="connsiteY83" fmla="*/ 28877 h 258650"/>
              <a:gd name="connsiteX84" fmla="*/ 46562 w 976815"/>
              <a:gd name="connsiteY84" fmla="*/ 30921 h 258650"/>
              <a:gd name="connsiteX85" fmla="*/ 46562 w 976815"/>
              <a:gd name="connsiteY85" fmla="*/ 75436 h 258650"/>
              <a:gd name="connsiteX86" fmla="*/ 86637 w 976815"/>
              <a:gd name="connsiteY86" fmla="*/ 75436 h 258650"/>
              <a:gd name="connsiteX87" fmla="*/ 88680 w 976815"/>
              <a:gd name="connsiteY87" fmla="*/ 83255 h 258650"/>
              <a:gd name="connsiteX88" fmla="*/ 86637 w 976815"/>
              <a:gd name="connsiteY88" fmla="*/ 90719 h 258650"/>
              <a:gd name="connsiteX89" fmla="*/ 46562 w 976815"/>
              <a:gd name="connsiteY89" fmla="*/ 90719 h 258650"/>
              <a:gd name="connsiteX90" fmla="*/ 46562 w 976815"/>
              <a:gd name="connsiteY90" fmla="*/ 218756 h 258650"/>
              <a:gd name="connsiteX91" fmla="*/ 67621 w 976815"/>
              <a:gd name="connsiteY91" fmla="*/ 238481 h 258650"/>
              <a:gd name="connsiteX92" fmla="*/ 86281 w 976815"/>
              <a:gd name="connsiteY92" fmla="*/ 238481 h 258650"/>
              <a:gd name="connsiteX93" fmla="*/ 89302 w 976815"/>
              <a:gd name="connsiteY93" fmla="*/ 245945 h 258650"/>
              <a:gd name="connsiteX94" fmla="*/ 86281 w 976815"/>
              <a:gd name="connsiteY94" fmla="*/ 254474 h 258650"/>
              <a:gd name="connsiteX95" fmla="*/ 63267 w 976815"/>
              <a:gd name="connsiteY95" fmla="*/ 254474 h 258650"/>
              <a:gd name="connsiteX96" fmla="*/ 28257 w 976815"/>
              <a:gd name="connsiteY96" fmla="*/ 219466 h 258650"/>
              <a:gd name="connsiteX97" fmla="*/ 28257 w 976815"/>
              <a:gd name="connsiteY97" fmla="*/ 90719 h 258650"/>
              <a:gd name="connsiteX98" fmla="*/ 2399 w 976815"/>
              <a:gd name="connsiteY98" fmla="*/ 90719 h 258650"/>
              <a:gd name="connsiteX99" fmla="*/ 0 w 976815"/>
              <a:gd name="connsiteY99" fmla="*/ 83255 h 258650"/>
              <a:gd name="connsiteX100" fmla="*/ 2399 w 976815"/>
              <a:gd name="connsiteY100" fmla="*/ 75436 h 258650"/>
              <a:gd name="connsiteX101" fmla="*/ 28257 w 976815"/>
              <a:gd name="connsiteY101" fmla="*/ 75436 h 258650"/>
              <a:gd name="connsiteX102" fmla="*/ 28257 w 976815"/>
              <a:gd name="connsiteY102" fmla="*/ 30921 h 258650"/>
              <a:gd name="connsiteX103" fmla="*/ 37409 w 976815"/>
              <a:gd name="connsiteY103" fmla="*/ 28877 h 258650"/>
              <a:gd name="connsiteX104" fmla="*/ 302027 w 976815"/>
              <a:gd name="connsiteY104" fmla="*/ 0 h 258650"/>
              <a:gd name="connsiteX105" fmla="*/ 311180 w 976815"/>
              <a:gd name="connsiteY105" fmla="*/ 2044 h 258650"/>
              <a:gd name="connsiteX106" fmla="*/ 311180 w 976815"/>
              <a:gd name="connsiteY106" fmla="*/ 218756 h 258650"/>
              <a:gd name="connsiteX107" fmla="*/ 332595 w 976815"/>
              <a:gd name="connsiteY107" fmla="*/ 238836 h 258650"/>
              <a:gd name="connsiteX108" fmla="*/ 341747 w 976815"/>
              <a:gd name="connsiteY108" fmla="*/ 238836 h 258650"/>
              <a:gd name="connsiteX109" fmla="*/ 344768 w 976815"/>
              <a:gd name="connsiteY109" fmla="*/ 246300 h 258650"/>
              <a:gd name="connsiteX110" fmla="*/ 341747 w 976815"/>
              <a:gd name="connsiteY110" fmla="*/ 254475 h 258650"/>
              <a:gd name="connsiteX111" fmla="*/ 327885 w 976815"/>
              <a:gd name="connsiteY111" fmla="*/ 254475 h 258650"/>
              <a:gd name="connsiteX112" fmla="*/ 292875 w 976815"/>
              <a:gd name="connsiteY112" fmla="*/ 219467 h 258650"/>
              <a:gd name="connsiteX113" fmla="*/ 292875 w 976815"/>
              <a:gd name="connsiteY113" fmla="*/ 2044 h 258650"/>
              <a:gd name="connsiteX114" fmla="*/ 302027 w 976815"/>
              <a:gd name="connsiteY114" fmla="*/ 0 h 25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976815" h="258650">
                <a:moveTo>
                  <a:pt x="785859" y="83254"/>
                </a:moveTo>
                <a:cubicBezTo>
                  <a:pt x="753248" y="83254"/>
                  <a:pt x="733522" y="97204"/>
                  <a:pt x="733522" y="135944"/>
                </a:cubicBezTo>
                <a:lnTo>
                  <a:pt x="733522" y="189256"/>
                </a:lnTo>
                <a:cubicBezTo>
                  <a:pt x="733522" y="227640"/>
                  <a:pt x="753248" y="242212"/>
                  <a:pt x="785859" y="242212"/>
                </a:cubicBezTo>
                <a:cubicBezTo>
                  <a:pt x="818825" y="242212"/>
                  <a:pt x="838818" y="228262"/>
                  <a:pt x="838818" y="189256"/>
                </a:cubicBezTo>
                <a:lnTo>
                  <a:pt x="838818" y="135944"/>
                </a:lnTo>
                <a:cubicBezTo>
                  <a:pt x="838907" y="97560"/>
                  <a:pt x="818825" y="83254"/>
                  <a:pt x="785859" y="83254"/>
                </a:cubicBezTo>
                <a:close/>
                <a:moveTo>
                  <a:pt x="434248" y="82632"/>
                </a:moveTo>
                <a:cubicBezTo>
                  <a:pt x="407413" y="82632"/>
                  <a:pt x="385021" y="100314"/>
                  <a:pt x="385021" y="135589"/>
                </a:cubicBezTo>
                <a:lnTo>
                  <a:pt x="385021" y="156647"/>
                </a:lnTo>
                <a:lnTo>
                  <a:pt x="485608" y="156647"/>
                </a:lnTo>
                <a:lnTo>
                  <a:pt x="485608" y="136655"/>
                </a:lnTo>
                <a:lnTo>
                  <a:pt x="485519" y="136655"/>
                </a:lnTo>
                <a:cubicBezTo>
                  <a:pt x="485519" y="100314"/>
                  <a:pt x="462061" y="82632"/>
                  <a:pt x="434248" y="82632"/>
                </a:cubicBezTo>
                <a:close/>
                <a:moveTo>
                  <a:pt x="182158" y="82632"/>
                </a:moveTo>
                <a:cubicBezTo>
                  <a:pt x="155323" y="82632"/>
                  <a:pt x="132931" y="100314"/>
                  <a:pt x="132931" y="135589"/>
                </a:cubicBezTo>
                <a:lnTo>
                  <a:pt x="132931" y="156647"/>
                </a:lnTo>
                <a:lnTo>
                  <a:pt x="233518" y="156647"/>
                </a:lnTo>
                <a:lnTo>
                  <a:pt x="233518" y="136655"/>
                </a:lnTo>
                <a:lnTo>
                  <a:pt x="233429" y="136655"/>
                </a:lnTo>
                <a:cubicBezTo>
                  <a:pt x="233429" y="100314"/>
                  <a:pt x="209971" y="82632"/>
                  <a:pt x="182158" y="82632"/>
                </a:cubicBezTo>
                <a:close/>
                <a:moveTo>
                  <a:pt x="907861" y="69038"/>
                </a:moveTo>
                <a:cubicBezTo>
                  <a:pt x="911237" y="69038"/>
                  <a:pt x="916391" y="69038"/>
                  <a:pt x="916391" y="71082"/>
                </a:cubicBezTo>
                <a:lnTo>
                  <a:pt x="916391" y="112220"/>
                </a:lnTo>
                <a:cubicBezTo>
                  <a:pt x="936740" y="81300"/>
                  <a:pt x="947669" y="69749"/>
                  <a:pt x="968018" y="69749"/>
                </a:cubicBezTo>
                <a:lnTo>
                  <a:pt x="974771" y="69749"/>
                </a:lnTo>
                <a:cubicBezTo>
                  <a:pt x="976815" y="69749"/>
                  <a:pt x="976815" y="76235"/>
                  <a:pt x="976815" y="79611"/>
                </a:cubicBezTo>
                <a:cubicBezTo>
                  <a:pt x="976815" y="82988"/>
                  <a:pt x="976104" y="88763"/>
                  <a:pt x="974060" y="88763"/>
                </a:cubicBezTo>
                <a:lnTo>
                  <a:pt x="963219" y="88763"/>
                </a:lnTo>
                <a:lnTo>
                  <a:pt x="963219" y="88674"/>
                </a:lnTo>
                <a:cubicBezTo>
                  <a:pt x="948291" y="88674"/>
                  <a:pt x="935673" y="102269"/>
                  <a:pt x="917013" y="130791"/>
                </a:cubicBezTo>
                <a:lnTo>
                  <a:pt x="917013" y="253852"/>
                </a:lnTo>
                <a:cubicBezTo>
                  <a:pt x="917013" y="255896"/>
                  <a:pt x="911237" y="255896"/>
                  <a:pt x="907861" y="255896"/>
                </a:cubicBezTo>
                <a:cubicBezTo>
                  <a:pt x="904484" y="255896"/>
                  <a:pt x="899064" y="255896"/>
                  <a:pt x="899064" y="253852"/>
                </a:cubicBezTo>
                <a:lnTo>
                  <a:pt x="899064" y="71082"/>
                </a:lnTo>
                <a:cubicBezTo>
                  <a:pt x="899064" y="69038"/>
                  <a:pt x="904484" y="69038"/>
                  <a:pt x="907861" y="69038"/>
                </a:cubicBezTo>
                <a:close/>
                <a:moveTo>
                  <a:pt x="785859" y="66639"/>
                </a:moveTo>
                <a:cubicBezTo>
                  <a:pt x="831088" y="66639"/>
                  <a:pt x="857212" y="90096"/>
                  <a:pt x="857212" y="132923"/>
                </a:cubicBezTo>
                <a:lnTo>
                  <a:pt x="857212" y="192366"/>
                </a:lnTo>
                <a:cubicBezTo>
                  <a:pt x="857212" y="234837"/>
                  <a:pt x="831088" y="258650"/>
                  <a:pt x="785859" y="258650"/>
                </a:cubicBezTo>
                <a:cubicBezTo>
                  <a:pt x="741075" y="258561"/>
                  <a:pt x="715217" y="234837"/>
                  <a:pt x="715217" y="192366"/>
                </a:cubicBezTo>
                <a:lnTo>
                  <a:pt x="715217" y="132923"/>
                </a:lnTo>
                <a:cubicBezTo>
                  <a:pt x="715217" y="90096"/>
                  <a:pt x="741075" y="66639"/>
                  <a:pt x="785859" y="66639"/>
                </a:cubicBezTo>
                <a:close/>
                <a:moveTo>
                  <a:pt x="627870" y="66639"/>
                </a:moveTo>
                <a:cubicBezTo>
                  <a:pt x="657459" y="66639"/>
                  <a:pt x="676120" y="88763"/>
                  <a:pt x="676120" y="121017"/>
                </a:cubicBezTo>
                <a:lnTo>
                  <a:pt x="676120" y="253852"/>
                </a:lnTo>
                <a:cubicBezTo>
                  <a:pt x="676120" y="255896"/>
                  <a:pt x="670344" y="255896"/>
                  <a:pt x="666967" y="255896"/>
                </a:cubicBezTo>
                <a:cubicBezTo>
                  <a:pt x="663591" y="255896"/>
                  <a:pt x="657815" y="255896"/>
                  <a:pt x="657815" y="253852"/>
                </a:cubicBezTo>
                <a:lnTo>
                  <a:pt x="657815" y="129103"/>
                </a:lnTo>
                <a:cubicBezTo>
                  <a:pt x="657815" y="98893"/>
                  <a:pt x="644575" y="84943"/>
                  <a:pt x="622449" y="84943"/>
                </a:cubicBezTo>
                <a:cubicBezTo>
                  <a:pt x="598991" y="84943"/>
                  <a:pt x="577221" y="105023"/>
                  <a:pt x="563981" y="124393"/>
                </a:cubicBezTo>
                <a:lnTo>
                  <a:pt x="563981" y="253852"/>
                </a:lnTo>
                <a:cubicBezTo>
                  <a:pt x="563981" y="255896"/>
                  <a:pt x="558205" y="255896"/>
                  <a:pt x="554828" y="255896"/>
                </a:cubicBezTo>
                <a:cubicBezTo>
                  <a:pt x="551452" y="255896"/>
                  <a:pt x="545676" y="255896"/>
                  <a:pt x="545676" y="253852"/>
                </a:cubicBezTo>
                <a:lnTo>
                  <a:pt x="545676" y="71082"/>
                </a:lnTo>
                <a:cubicBezTo>
                  <a:pt x="545676" y="69038"/>
                  <a:pt x="551452" y="69038"/>
                  <a:pt x="554828" y="69038"/>
                </a:cubicBezTo>
                <a:cubicBezTo>
                  <a:pt x="558205" y="69038"/>
                  <a:pt x="563625" y="69038"/>
                  <a:pt x="563625" y="71082"/>
                </a:cubicBezTo>
                <a:lnTo>
                  <a:pt x="563625" y="104046"/>
                </a:lnTo>
                <a:cubicBezTo>
                  <a:pt x="578198" y="83343"/>
                  <a:pt x="600679" y="66639"/>
                  <a:pt x="627870" y="66639"/>
                </a:cubicBezTo>
                <a:close/>
                <a:moveTo>
                  <a:pt x="434337" y="66550"/>
                </a:moveTo>
                <a:cubicBezTo>
                  <a:pt x="475745" y="66550"/>
                  <a:pt x="504002" y="93028"/>
                  <a:pt x="504002" y="138254"/>
                </a:cubicBezTo>
                <a:lnTo>
                  <a:pt x="504002" y="171574"/>
                </a:lnTo>
                <a:lnTo>
                  <a:pt x="385021" y="171574"/>
                </a:lnTo>
                <a:lnTo>
                  <a:pt x="385021" y="189256"/>
                </a:lnTo>
                <a:cubicBezTo>
                  <a:pt x="385021" y="221865"/>
                  <a:pt x="402348" y="241946"/>
                  <a:pt x="437358" y="241946"/>
                </a:cubicBezTo>
                <a:cubicBezTo>
                  <a:pt x="463838" y="241946"/>
                  <a:pt x="479832" y="234837"/>
                  <a:pt x="493072" y="227640"/>
                </a:cubicBezTo>
                <a:cubicBezTo>
                  <a:pt x="495827" y="226307"/>
                  <a:pt x="504268" y="240879"/>
                  <a:pt x="500892" y="242923"/>
                </a:cubicBezTo>
                <a:cubicBezTo>
                  <a:pt x="483564" y="252786"/>
                  <a:pt x="462149" y="258561"/>
                  <a:pt x="438069" y="258561"/>
                </a:cubicBezTo>
                <a:cubicBezTo>
                  <a:pt x="393196" y="258561"/>
                  <a:pt x="366716" y="233416"/>
                  <a:pt x="366716" y="190589"/>
                </a:cubicBezTo>
                <a:lnTo>
                  <a:pt x="366716" y="134522"/>
                </a:lnTo>
                <a:cubicBezTo>
                  <a:pt x="366716" y="93117"/>
                  <a:pt x="395950" y="66550"/>
                  <a:pt x="434337" y="66550"/>
                </a:cubicBezTo>
                <a:close/>
                <a:moveTo>
                  <a:pt x="182247" y="66550"/>
                </a:moveTo>
                <a:cubicBezTo>
                  <a:pt x="223655" y="66550"/>
                  <a:pt x="251912" y="93028"/>
                  <a:pt x="251912" y="138254"/>
                </a:cubicBezTo>
                <a:lnTo>
                  <a:pt x="251912" y="171574"/>
                </a:lnTo>
                <a:lnTo>
                  <a:pt x="132931" y="171574"/>
                </a:lnTo>
                <a:lnTo>
                  <a:pt x="132931" y="189256"/>
                </a:lnTo>
                <a:cubicBezTo>
                  <a:pt x="132931" y="221865"/>
                  <a:pt x="150258" y="241946"/>
                  <a:pt x="185268" y="241946"/>
                </a:cubicBezTo>
                <a:cubicBezTo>
                  <a:pt x="211748" y="241946"/>
                  <a:pt x="227742" y="234837"/>
                  <a:pt x="240982" y="227640"/>
                </a:cubicBezTo>
                <a:cubicBezTo>
                  <a:pt x="243737" y="226307"/>
                  <a:pt x="252178" y="240879"/>
                  <a:pt x="248802" y="242923"/>
                </a:cubicBezTo>
                <a:cubicBezTo>
                  <a:pt x="231474" y="252786"/>
                  <a:pt x="210059" y="258561"/>
                  <a:pt x="185979" y="258561"/>
                </a:cubicBezTo>
                <a:cubicBezTo>
                  <a:pt x="141106" y="258561"/>
                  <a:pt x="114626" y="233416"/>
                  <a:pt x="114626" y="190589"/>
                </a:cubicBezTo>
                <a:lnTo>
                  <a:pt x="114626" y="134522"/>
                </a:lnTo>
                <a:cubicBezTo>
                  <a:pt x="114626" y="93117"/>
                  <a:pt x="143860" y="66550"/>
                  <a:pt x="182247" y="66550"/>
                </a:cubicBezTo>
                <a:close/>
                <a:moveTo>
                  <a:pt x="37409" y="28877"/>
                </a:moveTo>
                <a:cubicBezTo>
                  <a:pt x="40786" y="28877"/>
                  <a:pt x="46562" y="28877"/>
                  <a:pt x="46562" y="30921"/>
                </a:cubicBezTo>
                <a:lnTo>
                  <a:pt x="46562" y="75436"/>
                </a:lnTo>
                <a:lnTo>
                  <a:pt x="86637" y="75436"/>
                </a:lnTo>
                <a:cubicBezTo>
                  <a:pt x="88680" y="75436"/>
                  <a:pt x="88680" y="79168"/>
                  <a:pt x="88680" y="83255"/>
                </a:cubicBezTo>
                <a:cubicBezTo>
                  <a:pt x="88680" y="87342"/>
                  <a:pt x="88680" y="90719"/>
                  <a:pt x="86637" y="90719"/>
                </a:cubicBezTo>
                <a:lnTo>
                  <a:pt x="46562" y="90719"/>
                </a:lnTo>
                <a:lnTo>
                  <a:pt x="46562" y="218756"/>
                </a:lnTo>
                <a:cubicBezTo>
                  <a:pt x="46562" y="233061"/>
                  <a:pt x="52693" y="238481"/>
                  <a:pt x="67621" y="238481"/>
                </a:cubicBezTo>
                <a:lnTo>
                  <a:pt x="86281" y="238481"/>
                </a:lnTo>
                <a:cubicBezTo>
                  <a:pt x="88680" y="238481"/>
                  <a:pt x="89302" y="239192"/>
                  <a:pt x="89302" y="245945"/>
                </a:cubicBezTo>
                <a:cubicBezTo>
                  <a:pt x="89302" y="253408"/>
                  <a:pt x="88591" y="254474"/>
                  <a:pt x="86281" y="254474"/>
                </a:cubicBezTo>
                <a:lnTo>
                  <a:pt x="63267" y="254474"/>
                </a:lnTo>
                <a:cubicBezTo>
                  <a:pt x="37765" y="254474"/>
                  <a:pt x="28257" y="239547"/>
                  <a:pt x="28257" y="219466"/>
                </a:cubicBezTo>
                <a:lnTo>
                  <a:pt x="28257" y="90719"/>
                </a:lnTo>
                <a:lnTo>
                  <a:pt x="2399" y="90719"/>
                </a:lnTo>
                <a:cubicBezTo>
                  <a:pt x="0" y="90719"/>
                  <a:pt x="0" y="86631"/>
                  <a:pt x="0" y="83255"/>
                </a:cubicBezTo>
                <a:cubicBezTo>
                  <a:pt x="0" y="79879"/>
                  <a:pt x="0" y="75436"/>
                  <a:pt x="2399" y="75436"/>
                </a:cubicBezTo>
                <a:lnTo>
                  <a:pt x="28257" y="75436"/>
                </a:lnTo>
                <a:lnTo>
                  <a:pt x="28257" y="30921"/>
                </a:lnTo>
                <a:cubicBezTo>
                  <a:pt x="28257" y="28877"/>
                  <a:pt x="34033" y="28877"/>
                  <a:pt x="37409" y="28877"/>
                </a:cubicBezTo>
                <a:close/>
                <a:moveTo>
                  <a:pt x="302027" y="0"/>
                </a:moveTo>
                <a:cubicBezTo>
                  <a:pt x="305404" y="0"/>
                  <a:pt x="311180" y="0"/>
                  <a:pt x="311180" y="2044"/>
                </a:cubicBezTo>
                <a:lnTo>
                  <a:pt x="311180" y="218756"/>
                </a:lnTo>
                <a:cubicBezTo>
                  <a:pt x="311180" y="233061"/>
                  <a:pt x="317666" y="238836"/>
                  <a:pt x="332595" y="238836"/>
                </a:cubicBezTo>
                <a:lnTo>
                  <a:pt x="341747" y="238836"/>
                </a:lnTo>
                <a:cubicBezTo>
                  <a:pt x="344146" y="238836"/>
                  <a:pt x="344768" y="239547"/>
                  <a:pt x="344768" y="246300"/>
                </a:cubicBezTo>
                <a:cubicBezTo>
                  <a:pt x="344768" y="253764"/>
                  <a:pt x="344057" y="254475"/>
                  <a:pt x="341747" y="254475"/>
                </a:cubicBezTo>
                <a:lnTo>
                  <a:pt x="327885" y="254475"/>
                </a:lnTo>
                <a:cubicBezTo>
                  <a:pt x="302738" y="254475"/>
                  <a:pt x="292875" y="239547"/>
                  <a:pt x="292875" y="219467"/>
                </a:cubicBezTo>
                <a:lnTo>
                  <a:pt x="292875" y="2044"/>
                </a:lnTo>
                <a:cubicBezTo>
                  <a:pt x="292875" y="0"/>
                  <a:pt x="298651" y="0"/>
                  <a:pt x="302027" y="0"/>
                </a:cubicBezTo>
                <a:close/>
              </a:path>
            </a:pathLst>
          </a:custGeom>
          <a:solidFill>
            <a:schemeClr val="tx1"/>
          </a:solidFill>
          <a:ln w="889" cap="flat">
            <a:noFill/>
            <a:prstDash val="solid"/>
            <a:miter/>
          </a:ln>
        </p:spPr>
        <p:txBody>
          <a:bodyPr rtlCol="0" anchor="ctr"/>
          <a:lstStyle/>
          <a:p>
            <a:endParaRPr lang="en-US" sz="1800" noProof="0"/>
          </a:p>
        </p:txBody>
      </p:sp>
      <p:sp>
        <p:nvSpPr>
          <p:cNvPr id="5" name="Date Placeholder 4">
            <a:extLst>
              <a:ext uri="{FF2B5EF4-FFF2-40B4-BE49-F238E27FC236}">
                <a16:creationId xmlns:a16="http://schemas.microsoft.com/office/drawing/2014/main" id="{9C48B5E5-14C5-3F2F-7B10-77DFE72FFDD5}"/>
              </a:ext>
            </a:extLst>
          </p:cNvPr>
          <p:cNvSpPr>
            <a:spLocks noGrp="1"/>
          </p:cNvSpPr>
          <p:nvPr>
            <p:ph type="dt" sz="half" idx="10"/>
          </p:nvPr>
        </p:nvSpPr>
        <p:spPr>
          <a:xfrm>
            <a:off x="540000" y="10800000"/>
            <a:ext cx="720475" cy="151200"/>
          </a:xfrm>
        </p:spPr>
        <p:txBody>
          <a:bodyPr/>
          <a:lstStyle/>
          <a:p>
            <a:fld id="{64C1DA1E-86FF-E14D-8189-C2E8151B1F46}" type="datetime1">
              <a:rPr lang="nb-NO" smtClean="0"/>
              <a:t>23.01.2026</a:t>
            </a:fld>
            <a:endParaRPr lang="en-GB"/>
          </a:p>
        </p:txBody>
      </p:sp>
      <p:sp>
        <p:nvSpPr>
          <p:cNvPr id="6" name="Footer Placeholder 5">
            <a:extLst>
              <a:ext uri="{FF2B5EF4-FFF2-40B4-BE49-F238E27FC236}">
                <a16:creationId xmlns:a16="http://schemas.microsoft.com/office/drawing/2014/main" id="{BDBA77D2-5589-83C4-2C58-5C51BD9B46B6}"/>
              </a:ext>
            </a:extLst>
          </p:cNvPr>
          <p:cNvSpPr>
            <a:spLocks noGrp="1"/>
          </p:cNvSpPr>
          <p:nvPr>
            <p:ph type="ftr" sz="quarter" idx="11"/>
          </p:nvPr>
        </p:nvSpPr>
        <p:spPr>
          <a:xfrm>
            <a:off x="1260475" y="10800000"/>
            <a:ext cx="9671049" cy="151200"/>
          </a:xfrm>
        </p:spPr>
        <p:txBody>
          <a:bodyPr/>
          <a:lstStyle/>
          <a:p>
            <a:endParaRPr lang="en-GB"/>
          </a:p>
        </p:txBody>
      </p:sp>
      <p:sp>
        <p:nvSpPr>
          <p:cNvPr id="9" name="Slide Number Placeholder 8">
            <a:extLst>
              <a:ext uri="{FF2B5EF4-FFF2-40B4-BE49-F238E27FC236}">
                <a16:creationId xmlns:a16="http://schemas.microsoft.com/office/drawing/2014/main" id="{6E398EE1-E559-ADB5-5FA2-D812B0894B08}"/>
              </a:ext>
            </a:extLst>
          </p:cNvPr>
          <p:cNvSpPr>
            <a:spLocks noGrp="1"/>
          </p:cNvSpPr>
          <p:nvPr>
            <p:ph type="sldNum" sz="quarter" idx="12"/>
          </p:nvPr>
        </p:nvSpPr>
        <p:spPr>
          <a:xfrm>
            <a:off x="10931526" y="10800000"/>
            <a:ext cx="721674" cy="151200"/>
          </a:xfrm>
        </p:spPr>
        <p:txBody>
          <a:bodyPr/>
          <a:lstStyle/>
          <a:p>
            <a:fld id="{608810A5-7811-344D-9AE9-EC83104FB54D}" type="slidenum">
              <a:rPr lang="en-GB" smtClean="0"/>
              <a:t>‹#›</a:t>
            </a:fld>
            <a:endParaRPr lang="en-GB"/>
          </a:p>
        </p:txBody>
      </p:sp>
    </p:spTree>
    <p:extLst>
      <p:ext uri="{BB962C8B-B14F-4D97-AF65-F5344CB8AC3E}">
        <p14:creationId xmlns:p14="http://schemas.microsoft.com/office/powerpoint/2010/main" val="10610067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Texture">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B8D10D3-00D9-AD32-6852-D7B7B28C905C}"/>
              </a:ext>
              <a:ext uri="{C183D7F6-B498-43B3-948B-1728B52AA6E4}">
                <adec:decorative xmlns:adec="http://schemas.microsoft.com/office/drawing/2017/decorative" val="1"/>
              </a:ext>
            </a:extLst>
          </p:cNvPr>
          <p:cNvPicPr>
            <a:picLocks noChangeAspect="1"/>
          </p:cNvPicPr>
          <p:nvPr userDrawn="1"/>
        </p:nvPicPr>
        <p:blipFill>
          <a:blip r:embed="rId2">
            <a:alphaModFix amt="90000"/>
            <a:extLst>
              <a:ext uri="{28A0092B-C50C-407E-A947-70E740481C1C}">
                <a14:useLocalDpi xmlns:a14="http://schemas.microsoft.com/office/drawing/2010/main" val="0"/>
              </a:ext>
            </a:extLst>
          </a:blip>
          <a:srcRect/>
          <a:stretch/>
        </p:blipFill>
        <p:spPr>
          <a:xfrm flipH="1">
            <a:off x="795" y="446"/>
            <a:ext cx="12191207" cy="6857554"/>
          </a:xfrm>
          <a:prstGeom prst="rect">
            <a:avLst/>
          </a:prstGeom>
        </p:spPr>
      </p:pic>
      <p:sp>
        <p:nvSpPr>
          <p:cNvPr id="2" name="Title 1">
            <a:extLst>
              <a:ext uri="{FF2B5EF4-FFF2-40B4-BE49-F238E27FC236}">
                <a16:creationId xmlns:a16="http://schemas.microsoft.com/office/drawing/2014/main" id="{343CD5C1-50FD-5C84-4C13-D3C6827A3928}"/>
              </a:ext>
            </a:extLst>
          </p:cNvPr>
          <p:cNvSpPr>
            <a:spLocks noGrp="1"/>
          </p:cNvSpPr>
          <p:nvPr>
            <p:ph type="ctrTitle" hasCustomPrompt="1"/>
          </p:nvPr>
        </p:nvSpPr>
        <p:spPr>
          <a:xfrm>
            <a:off x="540070" y="540001"/>
            <a:ext cx="11111046" cy="2900361"/>
          </a:xfrm>
        </p:spPr>
        <p:txBody>
          <a:bodyPr anchor="t" anchorCtr="0"/>
          <a:lstStyle>
            <a:lvl1pPr algn="l">
              <a:lnSpc>
                <a:spcPct val="80000"/>
              </a:lnSpc>
              <a:defRPr sz="8000" b="1" i="1">
                <a:solidFill>
                  <a:schemeClr val="tx2"/>
                </a:solidFill>
                <a:latin typeface="+mj-lt"/>
              </a:defRPr>
            </a:lvl1pPr>
          </a:lstStyle>
          <a:p>
            <a:r>
              <a:rPr lang="nb" dirty="0"/>
              <a:t>Klikk for å redigere</a:t>
            </a:r>
            <a:endParaRPr lang="nb-NO" dirty="0"/>
          </a:p>
        </p:txBody>
      </p:sp>
      <p:sp>
        <p:nvSpPr>
          <p:cNvPr id="3" name="Subtitle 2">
            <a:extLst>
              <a:ext uri="{FF2B5EF4-FFF2-40B4-BE49-F238E27FC236}">
                <a16:creationId xmlns:a16="http://schemas.microsoft.com/office/drawing/2014/main" id="{C33FB782-23B5-EA5B-5A17-97533B40A82E}"/>
              </a:ext>
            </a:extLst>
          </p:cNvPr>
          <p:cNvSpPr>
            <a:spLocks noGrp="1"/>
          </p:cNvSpPr>
          <p:nvPr>
            <p:ph type="subTitle" idx="1" hasCustomPrompt="1"/>
          </p:nvPr>
        </p:nvSpPr>
        <p:spPr>
          <a:xfrm>
            <a:off x="540071" y="3429000"/>
            <a:ext cx="9453205" cy="1828800"/>
          </a:xfrm>
        </p:spPr>
        <p:txBody>
          <a:bodyPr/>
          <a:lstStyle>
            <a:lvl1pPr marL="0" indent="0" algn="l">
              <a:spcBef>
                <a:spcPts val="0"/>
              </a:spcBef>
              <a:spcAft>
                <a:spcPts val="0"/>
              </a:spcAft>
              <a:buNone/>
              <a:defRPr sz="1600">
                <a:solidFill>
                  <a:schemeClr val="tx2"/>
                </a:solidFill>
              </a:defRPr>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r>
              <a:rPr lang="nb"/>
              <a:t>Undertittel, navn, dato</a:t>
            </a:r>
            <a:endParaRPr lang="nb-NO"/>
          </a:p>
        </p:txBody>
      </p:sp>
      <p:sp>
        <p:nvSpPr>
          <p:cNvPr id="6" name="Graphic 8">
            <a:extLst>
              <a:ext uri="{FF2B5EF4-FFF2-40B4-BE49-F238E27FC236}">
                <a16:creationId xmlns:a16="http://schemas.microsoft.com/office/drawing/2014/main" id="{D6F46375-4BAC-E436-943C-7CBECACF13BA}"/>
              </a:ext>
              <a:ext uri="{C183D7F6-B498-43B3-948B-1728B52AA6E4}">
                <adec:decorative xmlns:adec="http://schemas.microsoft.com/office/drawing/2017/decorative" val="1"/>
              </a:ext>
            </a:extLst>
          </p:cNvPr>
          <p:cNvSpPr>
            <a:spLocks noChangeAspect="1"/>
          </p:cNvSpPr>
          <p:nvPr/>
        </p:nvSpPr>
        <p:spPr>
          <a:xfrm>
            <a:off x="10794689" y="5626571"/>
            <a:ext cx="866855" cy="792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rgbClr val="00C8FF"/>
          </a:solidFill>
          <a:ln w="2177" cap="flat">
            <a:noFill/>
            <a:prstDash val="solid"/>
            <a:miter/>
          </a:ln>
        </p:spPr>
        <p:txBody>
          <a:bodyPr rtlCol="0" anchor="ctr"/>
          <a:lstStyle/>
          <a:p>
            <a:endParaRPr lang="en-US" sz="1800" noProof="0"/>
          </a:p>
        </p:txBody>
      </p:sp>
      <p:sp>
        <p:nvSpPr>
          <p:cNvPr id="9" name="Freeform 8">
            <a:extLst>
              <a:ext uri="{FF2B5EF4-FFF2-40B4-BE49-F238E27FC236}">
                <a16:creationId xmlns:a16="http://schemas.microsoft.com/office/drawing/2014/main" id="{0EA2525B-1F90-06DF-E4CD-55E0E335D25E}"/>
              </a:ext>
              <a:ext uri="{C183D7F6-B498-43B3-948B-1728B52AA6E4}">
                <adec:decorative xmlns:adec="http://schemas.microsoft.com/office/drawing/2017/decorative" val="1"/>
              </a:ext>
            </a:extLst>
          </p:cNvPr>
          <p:cNvSpPr/>
          <p:nvPr/>
        </p:nvSpPr>
        <p:spPr>
          <a:xfrm>
            <a:off x="540071" y="6070713"/>
            <a:ext cx="976942" cy="258650"/>
          </a:xfrm>
          <a:custGeom>
            <a:avLst/>
            <a:gdLst>
              <a:gd name="connsiteX0" fmla="*/ 785859 w 976815"/>
              <a:gd name="connsiteY0" fmla="*/ 83254 h 258650"/>
              <a:gd name="connsiteX1" fmla="*/ 733522 w 976815"/>
              <a:gd name="connsiteY1" fmla="*/ 135944 h 258650"/>
              <a:gd name="connsiteX2" fmla="*/ 733522 w 976815"/>
              <a:gd name="connsiteY2" fmla="*/ 189256 h 258650"/>
              <a:gd name="connsiteX3" fmla="*/ 785859 w 976815"/>
              <a:gd name="connsiteY3" fmla="*/ 242212 h 258650"/>
              <a:gd name="connsiteX4" fmla="*/ 838818 w 976815"/>
              <a:gd name="connsiteY4" fmla="*/ 189256 h 258650"/>
              <a:gd name="connsiteX5" fmla="*/ 838818 w 976815"/>
              <a:gd name="connsiteY5" fmla="*/ 135944 h 258650"/>
              <a:gd name="connsiteX6" fmla="*/ 785859 w 976815"/>
              <a:gd name="connsiteY6" fmla="*/ 83254 h 258650"/>
              <a:gd name="connsiteX7" fmla="*/ 434248 w 976815"/>
              <a:gd name="connsiteY7" fmla="*/ 82632 h 258650"/>
              <a:gd name="connsiteX8" fmla="*/ 385021 w 976815"/>
              <a:gd name="connsiteY8" fmla="*/ 135589 h 258650"/>
              <a:gd name="connsiteX9" fmla="*/ 385021 w 976815"/>
              <a:gd name="connsiteY9" fmla="*/ 156647 h 258650"/>
              <a:gd name="connsiteX10" fmla="*/ 485608 w 976815"/>
              <a:gd name="connsiteY10" fmla="*/ 156647 h 258650"/>
              <a:gd name="connsiteX11" fmla="*/ 485608 w 976815"/>
              <a:gd name="connsiteY11" fmla="*/ 136655 h 258650"/>
              <a:gd name="connsiteX12" fmla="*/ 485519 w 976815"/>
              <a:gd name="connsiteY12" fmla="*/ 136655 h 258650"/>
              <a:gd name="connsiteX13" fmla="*/ 434248 w 976815"/>
              <a:gd name="connsiteY13" fmla="*/ 82632 h 258650"/>
              <a:gd name="connsiteX14" fmla="*/ 182158 w 976815"/>
              <a:gd name="connsiteY14" fmla="*/ 82632 h 258650"/>
              <a:gd name="connsiteX15" fmla="*/ 132931 w 976815"/>
              <a:gd name="connsiteY15" fmla="*/ 135589 h 258650"/>
              <a:gd name="connsiteX16" fmla="*/ 132931 w 976815"/>
              <a:gd name="connsiteY16" fmla="*/ 156647 h 258650"/>
              <a:gd name="connsiteX17" fmla="*/ 233518 w 976815"/>
              <a:gd name="connsiteY17" fmla="*/ 156647 h 258650"/>
              <a:gd name="connsiteX18" fmla="*/ 233518 w 976815"/>
              <a:gd name="connsiteY18" fmla="*/ 136655 h 258650"/>
              <a:gd name="connsiteX19" fmla="*/ 233429 w 976815"/>
              <a:gd name="connsiteY19" fmla="*/ 136655 h 258650"/>
              <a:gd name="connsiteX20" fmla="*/ 182158 w 976815"/>
              <a:gd name="connsiteY20" fmla="*/ 82632 h 258650"/>
              <a:gd name="connsiteX21" fmla="*/ 907861 w 976815"/>
              <a:gd name="connsiteY21" fmla="*/ 69038 h 258650"/>
              <a:gd name="connsiteX22" fmla="*/ 916391 w 976815"/>
              <a:gd name="connsiteY22" fmla="*/ 71082 h 258650"/>
              <a:gd name="connsiteX23" fmla="*/ 916391 w 976815"/>
              <a:gd name="connsiteY23" fmla="*/ 112220 h 258650"/>
              <a:gd name="connsiteX24" fmla="*/ 968018 w 976815"/>
              <a:gd name="connsiteY24" fmla="*/ 69749 h 258650"/>
              <a:gd name="connsiteX25" fmla="*/ 974771 w 976815"/>
              <a:gd name="connsiteY25" fmla="*/ 69749 h 258650"/>
              <a:gd name="connsiteX26" fmla="*/ 976815 w 976815"/>
              <a:gd name="connsiteY26" fmla="*/ 79611 h 258650"/>
              <a:gd name="connsiteX27" fmla="*/ 974060 w 976815"/>
              <a:gd name="connsiteY27" fmla="*/ 88763 h 258650"/>
              <a:gd name="connsiteX28" fmla="*/ 963219 w 976815"/>
              <a:gd name="connsiteY28" fmla="*/ 88763 h 258650"/>
              <a:gd name="connsiteX29" fmla="*/ 963219 w 976815"/>
              <a:gd name="connsiteY29" fmla="*/ 88674 h 258650"/>
              <a:gd name="connsiteX30" fmla="*/ 917013 w 976815"/>
              <a:gd name="connsiteY30" fmla="*/ 130791 h 258650"/>
              <a:gd name="connsiteX31" fmla="*/ 917013 w 976815"/>
              <a:gd name="connsiteY31" fmla="*/ 253852 h 258650"/>
              <a:gd name="connsiteX32" fmla="*/ 907861 w 976815"/>
              <a:gd name="connsiteY32" fmla="*/ 255896 h 258650"/>
              <a:gd name="connsiteX33" fmla="*/ 899064 w 976815"/>
              <a:gd name="connsiteY33" fmla="*/ 253852 h 258650"/>
              <a:gd name="connsiteX34" fmla="*/ 899064 w 976815"/>
              <a:gd name="connsiteY34" fmla="*/ 71082 h 258650"/>
              <a:gd name="connsiteX35" fmla="*/ 907861 w 976815"/>
              <a:gd name="connsiteY35" fmla="*/ 69038 h 258650"/>
              <a:gd name="connsiteX36" fmla="*/ 785859 w 976815"/>
              <a:gd name="connsiteY36" fmla="*/ 66639 h 258650"/>
              <a:gd name="connsiteX37" fmla="*/ 857212 w 976815"/>
              <a:gd name="connsiteY37" fmla="*/ 132923 h 258650"/>
              <a:gd name="connsiteX38" fmla="*/ 857212 w 976815"/>
              <a:gd name="connsiteY38" fmla="*/ 192366 h 258650"/>
              <a:gd name="connsiteX39" fmla="*/ 785859 w 976815"/>
              <a:gd name="connsiteY39" fmla="*/ 258650 h 258650"/>
              <a:gd name="connsiteX40" fmla="*/ 715217 w 976815"/>
              <a:gd name="connsiteY40" fmla="*/ 192366 h 258650"/>
              <a:gd name="connsiteX41" fmla="*/ 715217 w 976815"/>
              <a:gd name="connsiteY41" fmla="*/ 132923 h 258650"/>
              <a:gd name="connsiteX42" fmla="*/ 785859 w 976815"/>
              <a:gd name="connsiteY42" fmla="*/ 66639 h 258650"/>
              <a:gd name="connsiteX43" fmla="*/ 627870 w 976815"/>
              <a:gd name="connsiteY43" fmla="*/ 66639 h 258650"/>
              <a:gd name="connsiteX44" fmla="*/ 676120 w 976815"/>
              <a:gd name="connsiteY44" fmla="*/ 121017 h 258650"/>
              <a:gd name="connsiteX45" fmla="*/ 676120 w 976815"/>
              <a:gd name="connsiteY45" fmla="*/ 253852 h 258650"/>
              <a:gd name="connsiteX46" fmla="*/ 666967 w 976815"/>
              <a:gd name="connsiteY46" fmla="*/ 255896 h 258650"/>
              <a:gd name="connsiteX47" fmla="*/ 657815 w 976815"/>
              <a:gd name="connsiteY47" fmla="*/ 253852 h 258650"/>
              <a:gd name="connsiteX48" fmla="*/ 657815 w 976815"/>
              <a:gd name="connsiteY48" fmla="*/ 129103 h 258650"/>
              <a:gd name="connsiteX49" fmla="*/ 622449 w 976815"/>
              <a:gd name="connsiteY49" fmla="*/ 84943 h 258650"/>
              <a:gd name="connsiteX50" fmla="*/ 563981 w 976815"/>
              <a:gd name="connsiteY50" fmla="*/ 124393 h 258650"/>
              <a:gd name="connsiteX51" fmla="*/ 563981 w 976815"/>
              <a:gd name="connsiteY51" fmla="*/ 253852 h 258650"/>
              <a:gd name="connsiteX52" fmla="*/ 554828 w 976815"/>
              <a:gd name="connsiteY52" fmla="*/ 255896 h 258650"/>
              <a:gd name="connsiteX53" fmla="*/ 545676 w 976815"/>
              <a:gd name="connsiteY53" fmla="*/ 253852 h 258650"/>
              <a:gd name="connsiteX54" fmla="*/ 545676 w 976815"/>
              <a:gd name="connsiteY54" fmla="*/ 71082 h 258650"/>
              <a:gd name="connsiteX55" fmla="*/ 554828 w 976815"/>
              <a:gd name="connsiteY55" fmla="*/ 69038 h 258650"/>
              <a:gd name="connsiteX56" fmla="*/ 563625 w 976815"/>
              <a:gd name="connsiteY56" fmla="*/ 71082 h 258650"/>
              <a:gd name="connsiteX57" fmla="*/ 563625 w 976815"/>
              <a:gd name="connsiteY57" fmla="*/ 104046 h 258650"/>
              <a:gd name="connsiteX58" fmla="*/ 627870 w 976815"/>
              <a:gd name="connsiteY58" fmla="*/ 66639 h 258650"/>
              <a:gd name="connsiteX59" fmla="*/ 434337 w 976815"/>
              <a:gd name="connsiteY59" fmla="*/ 66550 h 258650"/>
              <a:gd name="connsiteX60" fmla="*/ 504002 w 976815"/>
              <a:gd name="connsiteY60" fmla="*/ 138254 h 258650"/>
              <a:gd name="connsiteX61" fmla="*/ 504002 w 976815"/>
              <a:gd name="connsiteY61" fmla="*/ 171574 h 258650"/>
              <a:gd name="connsiteX62" fmla="*/ 385021 w 976815"/>
              <a:gd name="connsiteY62" fmla="*/ 171574 h 258650"/>
              <a:gd name="connsiteX63" fmla="*/ 385021 w 976815"/>
              <a:gd name="connsiteY63" fmla="*/ 189256 h 258650"/>
              <a:gd name="connsiteX64" fmla="*/ 437358 w 976815"/>
              <a:gd name="connsiteY64" fmla="*/ 241946 h 258650"/>
              <a:gd name="connsiteX65" fmla="*/ 493072 w 976815"/>
              <a:gd name="connsiteY65" fmla="*/ 227640 h 258650"/>
              <a:gd name="connsiteX66" fmla="*/ 500892 w 976815"/>
              <a:gd name="connsiteY66" fmla="*/ 242923 h 258650"/>
              <a:gd name="connsiteX67" fmla="*/ 438069 w 976815"/>
              <a:gd name="connsiteY67" fmla="*/ 258561 h 258650"/>
              <a:gd name="connsiteX68" fmla="*/ 366716 w 976815"/>
              <a:gd name="connsiteY68" fmla="*/ 190589 h 258650"/>
              <a:gd name="connsiteX69" fmla="*/ 366716 w 976815"/>
              <a:gd name="connsiteY69" fmla="*/ 134522 h 258650"/>
              <a:gd name="connsiteX70" fmla="*/ 434337 w 976815"/>
              <a:gd name="connsiteY70" fmla="*/ 66550 h 258650"/>
              <a:gd name="connsiteX71" fmla="*/ 182247 w 976815"/>
              <a:gd name="connsiteY71" fmla="*/ 66550 h 258650"/>
              <a:gd name="connsiteX72" fmla="*/ 251912 w 976815"/>
              <a:gd name="connsiteY72" fmla="*/ 138254 h 258650"/>
              <a:gd name="connsiteX73" fmla="*/ 251912 w 976815"/>
              <a:gd name="connsiteY73" fmla="*/ 171574 h 258650"/>
              <a:gd name="connsiteX74" fmla="*/ 132931 w 976815"/>
              <a:gd name="connsiteY74" fmla="*/ 171574 h 258650"/>
              <a:gd name="connsiteX75" fmla="*/ 132931 w 976815"/>
              <a:gd name="connsiteY75" fmla="*/ 189256 h 258650"/>
              <a:gd name="connsiteX76" fmla="*/ 185268 w 976815"/>
              <a:gd name="connsiteY76" fmla="*/ 241946 h 258650"/>
              <a:gd name="connsiteX77" fmla="*/ 240982 w 976815"/>
              <a:gd name="connsiteY77" fmla="*/ 227640 h 258650"/>
              <a:gd name="connsiteX78" fmla="*/ 248802 w 976815"/>
              <a:gd name="connsiteY78" fmla="*/ 242923 h 258650"/>
              <a:gd name="connsiteX79" fmla="*/ 185979 w 976815"/>
              <a:gd name="connsiteY79" fmla="*/ 258561 h 258650"/>
              <a:gd name="connsiteX80" fmla="*/ 114626 w 976815"/>
              <a:gd name="connsiteY80" fmla="*/ 190589 h 258650"/>
              <a:gd name="connsiteX81" fmla="*/ 114626 w 976815"/>
              <a:gd name="connsiteY81" fmla="*/ 134522 h 258650"/>
              <a:gd name="connsiteX82" fmla="*/ 182247 w 976815"/>
              <a:gd name="connsiteY82" fmla="*/ 66550 h 258650"/>
              <a:gd name="connsiteX83" fmla="*/ 37409 w 976815"/>
              <a:gd name="connsiteY83" fmla="*/ 28877 h 258650"/>
              <a:gd name="connsiteX84" fmla="*/ 46562 w 976815"/>
              <a:gd name="connsiteY84" fmla="*/ 30921 h 258650"/>
              <a:gd name="connsiteX85" fmla="*/ 46562 w 976815"/>
              <a:gd name="connsiteY85" fmla="*/ 75436 h 258650"/>
              <a:gd name="connsiteX86" fmla="*/ 86637 w 976815"/>
              <a:gd name="connsiteY86" fmla="*/ 75436 h 258650"/>
              <a:gd name="connsiteX87" fmla="*/ 88680 w 976815"/>
              <a:gd name="connsiteY87" fmla="*/ 83255 h 258650"/>
              <a:gd name="connsiteX88" fmla="*/ 86637 w 976815"/>
              <a:gd name="connsiteY88" fmla="*/ 90719 h 258650"/>
              <a:gd name="connsiteX89" fmla="*/ 46562 w 976815"/>
              <a:gd name="connsiteY89" fmla="*/ 90719 h 258650"/>
              <a:gd name="connsiteX90" fmla="*/ 46562 w 976815"/>
              <a:gd name="connsiteY90" fmla="*/ 218756 h 258650"/>
              <a:gd name="connsiteX91" fmla="*/ 67621 w 976815"/>
              <a:gd name="connsiteY91" fmla="*/ 238481 h 258650"/>
              <a:gd name="connsiteX92" fmla="*/ 86281 w 976815"/>
              <a:gd name="connsiteY92" fmla="*/ 238481 h 258650"/>
              <a:gd name="connsiteX93" fmla="*/ 89302 w 976815"/>
              <a:gd name="connsiteY93" fmla="*/ 245945 h 258650"/>
              <a:gd name="connsiteX94" fmla="*/ 86281 w 976815"/>
              <a:gd name="connsiteY94" fmla="*/ 254474 h 258650"/>
              <a:gd name="connsiteX95" fmla="*/ 63267 w 976815"/>
              <a:gd name="connsiteY95" fmla="*/ 254474 h 258650"/>
              <a:gd name="connsiteX96" fmla="*/ 28257 w 976815"/>
              <a:gd name="connsiteY96" fmla="*/ 219466 h 258650"/>
              <a:gd name="connsiteX97" fmla="*/ 28257 w 976815"/>
              <a:gd name="connsiteY97" fmla="*/ 90719 h 258650"/>
              <a:gd name="connsiteX98" fmla="*/ 2399 w 976815"/>
              <a:gd name="connsiteY98" fmla="*/ 90719 h 258650"/>
              <a:gd name="connsiteX99" fmla="*/ 0 w 976815"/>
              <a:gd name="connsiteY99" fmla="*/ 83255 h 258650"/>
              <a:gd name="connsiteX100" fmla="*/ 2399 w 976815"/>
              <a:gd name="connsiteY100" fmla="*/ 75436 h 258650"/>
              <a:gd name="connsiteX101" fmla="*/ 28257 w 976815"/>
              <a:gd name="connsiteY101" fmla="*/ 75436 h 258650"/>
              <a:gd name="connsiteX102" fmla="*/ 28257 w 976815"/>
              <a:gd name="connsiteY102" fmla="*/ 30921 h 258650"/>
              <a:gd name="connsiteX103" fmla="*/ 37409 w 976815"/>
              <a:gd name="connsiteY103" fmla="*/ 28877 h 258650"/>
              <a:gd name="connsiteX104" fmla="*/ 302027 w 976815"/>
              <a:gd name="connsiteY104" fmla="*/ 0 h 258650"/>
              <a:gd name="connsiteX105" fmla="*/ 311180 w 976815"/>
              <a:gd name="connsiteY105" fmla="*/ 2044 h 258650"/>
              <a:gd name="connsiteX106" fmla="*/ 311180 w 976815"/>
              <a:gd name="connsiteY106" fmla="*/ 218756 h 258650"/>
              <a:gd name="connsiteX107" fmla="*/ 332595 w 976815"/>
              <a:gd name="connsiteY107" fmla="*/ 238836 h 258650"/>
              <a:gd name="connsiteX108" fmla="*/ 341747 w 976815"/>
              <a:gd name="connsiteY108" fmla="*/ 238836 h 258650"/>
              <a:gd name="connsiteX109" fmla="*/ 344768 w 976815"/>
              <a:gd name="connsiteY109" fmla="*/ 246300 h 258650"/>
              <a:gd name="connsiteX110" fmla="*/ 341747 w 976815"/>
              <a:gd name="connsiteY110" fmla="*/ 254475 h 258650"/>
              <a:gd name="connsiteX111" fmla="*/ 327885 w 976815"/>
              <a:gd name="connsiteY111" fmla="*/ 254475 h 258650"/>
              <a:gd name="connsiteX112" fmla="*/ 292875 w 976815"/>
              <a:gd name="connsiteY112" fmla="*/ 219467 h 258650"/>
              <a:gd name="connsiteX113" fmla="*/ 292875 w 976815"/>
              <a:gd name="connsiteY113" fmla="*/ 2044 h 258650"/>
              <a:gd name="connsiteX114" fmla="*/ 302027 w 976815"/>
              <a:gd name="connsiteY114" fmla="*/ 0 h 25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976815" h="258650">
                <a:moveTo>
                  <a:pt x="785859" y="83254"/>
                </a:moveTo>
                <a:cubicBezTo>
                  <a:pt x="753248" y="83254"/>
                  <a:pt x="733522" y="97204"/>
                  <a:pt x="733522" y="135944"/>
                </a:cubicBezTo>
                <a:lnTo>
                  <a:pt x="733522" y="189256"/>
                </a:lnTo>
                <a:cubicBezTo>
                  <a:pt x="733522" y="227640"/>
                  <a:pt x="753248" y="242212"/>
                  <a:pt x="785859" y="242212"/>
                </a:cubicBezTo>
                <a:cubicBezTo>
                  <a:pt x="818825" y="242212"/>
                  <a:pt x="838818" y="228262"/>
                  <a:pt x="838818" y="189256"/>
                </a:cubicBezTo>
                <a:lnTo>
                  <a:pt x="838818" y="135944"/>
                </a:lnTo>
                <a:cubicBezTo>
                  <a:pt x="838907" y="97560"/>
                  <a:pt x="818825" y="83254"/>
                  <a:pt x="785859" y="83254"/>
                </a:cubicBezTo>
                <a:close/>
                <a:moveTo>
                  <a:pt x="434248" y="82632"/>
                </a:moveTo>
                <a:cubicBezTo>
                  <a:pt x="407413" y="82632"/>
                  <a:pt x="385021" y="100314"/>
                  <a:pt x="385021" y="135589"/>
                </a:cubicBezTo>
                <a:lnTo>
                  <a:pt x="385021" y="156647"/>
                </a:lnTo>
                <a:lnTo>
                  <a:pt x="485608" y="156647"/>
                </a:lnTo>
                <a:lnTo>
                  <a:pt x="485608" y="136655"/>
                </a:lnTo>
                <a:lnTo>
                  <a:pt x="485519" y="136655"/>
                </a:lnTo>
                <a:cubicBezTo>
                  <a:pt x="485519" y="100314"/>
                  <a:pt x="462061" y="82632"/>
                  <a:pt x="434248" y="82632"/>
                </a:cubicBezTo>
                <a:close/>
                <a:moveTo>
                  <a:pt x="182158" y="82632"/>
                </a:moveTo>
                <a:cubicBezTo>
                  <a:pt x="155323" y="82632"/>
                  <a:pt x="132931" y="100314"/>
                  <a:pt x="132931" y="135589"/>
                </a:cubicBezTo>
                <a:lnTo>
                  <a:pt x="132931" y="156647"/>
                </a:lnTo>
                <a:lnTo>
                  <a:pt x="233518" y="156647"/>
                </a:lnTo>
                <a:lnTo>
                  <a:pt x="233518" y="136655"/>
                </a:lnTo>
                <a:lnTo>
                  <a:pt x="233429" y="136655"/>
                </a:lnTo>
                <a:cubicBezTo>
                  <a:pt x="233429" y="100314"/>
                  <a:pt x="209971" y="82632"/>
                  <a:pt x="182158" y="82632"/>
                </a:cubicBezTo>
                <a:close/>
                <a:moveTo>
                  <a:pt x="907861" y="69038"/>
                </a:moveTo>
                <a:cubicBezTo>
                  <a:pt x="911237" y="69038"/>
                  <a:pt x="916391" y="69038"/>
                  <a:pt x="916391" y="71082"/>
                </a:cubicBezTo>
                <a:lnTo>
                  <a:pt x="916391" y="112220"/>
                </a:lnTo>
                <a:cubicBezTo>
                  <a:pt x="936740" y="81300"/>
                  <a:pt x="947669" y="69749"/>
                  <a:pt x="968018" y="69749"/>
                </a:cubicBezTo>
                <a:lnTo>
                  <a:pt x="974771" y="69749"/>
                </a:lnTo>
                <a:cubicBezTo>
                  <a:pt x="976815" y="69749"/>
                  <a:pt x="976815" y="76235"/>
                  <a:pt x="976815" y="79611"/>
                </a:cubicBezTo>
                <a:cubicBezTo>
                  <a:pt x="976815" y="82988"/>
                  <a:pt x="976104" y="88763"/>
                  <a:pt x="974060" y="88763"/>
                </a:cubicBezTo>
                <a:lnTo>
                  <a:pt x="963219" y="88763"/>
                </a:lnTo>
                <a:lnTo>
                  <a:pt x="963219" y="88674"/>
                </a:lnTo>
                <a:cubicBezTo>
                  <a:pt x="948291" y="88674"/>
                  <a:pt x="935673" y="102269"/>
                  <a:pt x="917013" y="130791"/>
                </a:cubicBezTo>
                <a:lnTo>
                  <a:pt x="917013" y="253852"/>
                </a:lnTo>
                <a:cubicBezTo>
                  <a:pt x="917013" y="255896"/>
                  <a:pt x="911237" y="255896"/>
                  <a:pt x="907861" y="255896"/>
                </a:cubicBezTo>
                <a:cubicBezTo>
                  <a:pt x="904484" y="255896"/>
                  <a:pt x="899064" y="255896"/>
                  <a:pt x="899064" y="253852"/>
                </a:cubicBezTo>
                <a:lnTo>
                  <a:pt x="899064" y="71082"/>
                </a:lnTo>
                <a:cubicBezTo>
                  <a:pt x="899064" y="69038"/>
                  <a:pt x="904484" y="69038"/>
                  <a:pt x="907861" y="69038"/>
                </a:cubicBezTo>
                <a:close/>
                <a:moveTo>
                  <a:pt x="785859" y="66639"/>
                </a:moveTo>
                <a:cubicBezTo>
                  <a:pt x="831088" y="66639"/>
                  <a:pt x="857212" y="90096"/>
                  <a:pt x="857212" y="132923"/>
                </a:cubicBezTo>
                <a:lnTo>
                  <a:pt x="857212" y="192366"/>
                </a:lnTo>
                <a:cubicBezTo>
                  <a:pt x="857212" y="234837"/>
                  <a:pt x="831088" y="258650"/>
                  <a:pt x="785859" y="258650"/>
                </a:cubicBezTo>
                <a:cubicBezTo>
                  <a:pt x="741075" y="258561"/>
                  <a:pt x="715217" y="234837"/>
                  <a:pt x="715217" y="192366"/>
                </a:cubicBezTo>
                <a:lnTo>
                  <a:pt x="715217" y="132923"/>
                </a:lnTo>
                <a:cubicBezTo>
                  <a:pt x="715217" y="90096"/>
                  <a:pt x="741075" y="66639"/>
                  <a:pt x="785859" y="66639"/>
                </a:cubicBezTo>
                <a:close/>
                <a:moveTo>
                  <a:pt x="627870" y="66639"/>
                </a:moveTo>
                <a:cubicBezTo>
                  <a:pt x="657459" y="66639"/>
                  <a:pt x="676120" y="88763"/>
                  <a:pt x="676120" y="121017"/>
                </a:cubicBezTo>
                <a:lnTo>
                  <a:pt x="676120" y="253852"/>
                </a:lnTo>
                <a:cubicBezTo>
                  <a:pt x="676120" y="255896"/>
                  <a:pt x="670344" y="255896"/>
                  <a:pt x="666967" y="255896"/>
                </a:cubicBezTo>
                <a:cubicBezTo>
                  <a:pt x="663591" y="255896"/>
                  <a:pt x="657815" y="255896"/>
                  <a:pt x="657815" y="253852"/>
                </a:cubicBezTo>
                <a:lnTo>
                  <a:pt x="657815" y="129103"/>
                </a:lnTo>
                <a:cubicBezTo>
                  <a:pt x="657815" y="98893"/>
                  <a:pt x="644575" y="84943"/>
                  <a:pt x="622449" y="84943"/>
                </a:cubicBezTo>
                <a:cubicBezTo>
                  <a:pt x="598991" y="84943"/>
                  <a:pt x="577221" y="105023"/>
                  <a:pt x="563981" y="124393"/>
                </a:cubicBezTo>
                <a:lnTo>
                  <a:pt x="563981" y="253852"/>
                </a:lnTo>
                <a:cubicBezTo>
                  <a:pt x="563981" y="255896"/>
                  <a:pt x="558205" y="255896"/>
                  <a:pt x="554828" y="255896"/>
                </a:cubicBezTo>
                <a:cubicBezTo>
                  <a:pt x="551452" y="255896"/>
                  <a:pt x="545676" y="255896"/>
                  <a:pt x="545676" y="253852"/>
                </a:cubicBezTo>
                <a:lnTo>
                  <a:pt x="545676" y="71082"/>
                </a:lnTo>
                <a:cubicBezTo>
                  <a:pt x="545676" y="69038"/>
                  <a:pt x="551452" y="69038"/>
                  <a:pt x="554828" y="69038"/>
                </a:cubicBezTo>
                <a:cubicBezTo>
                  <a:pt x="558205" y="69038"/>
                  <a:pt x="563625" y="69038"/>
                  <a:pt x="563625" y="71082"/>
                </a:cubicBezTo>
                <a:lnTo>
                  <a:pt x="563625" y="104046"/>
                </a:lnTo>
                <a:cubicBezTo>
                  <a:pt x="578198" y="83343"/>
                  <a:pt x="600679" y="66639"/>
                  <a:pt x="627870" y="66639"/>
                </a:cubicBezTo>
                <a:close/>
                <a:moveTo>
                  <a:pt x="434337" y="66550"/>
                </a:moveTo>
                <a:cubicBezTo>
                  <a:pt x="475745" y="66550"/>
                  <a:pt x="504002" y="93028"/>
                  <a:pt x="504002" y="138254"/>
                </a:cubicBezTo>
                <a:lnTo>
                  <a:pt x="504002" y="171574"/>
                </a:lnTo>
                <a:lnTo>
                  <a:pt x="385021" y="171574"/>
                </a:lnTo>
                <a:lnTo>
                  <a:pt x="385021" y="189256"/>
                </a:lnTo>
                <a:cubicBezTo>
                  <a:pt x="385021" y="221865"/>
                  <a:pt x="402348" y="241946"/>
                  <a:pt x="437358" y="241946"/>
                </a:cubicBezTo>
                <a:cubicBezTo>
                  <a:pt x="463838" y="241946"/>
                  <a:pt x="479832" y="234837"/>
                  <a:pt x="493072" y="227640"/>
                </a:cubicBezTo>
                <a:cubicBezTo>
                  <a:pt x="495827" y="226307"/>
                  <a:pt x="504268" y="240879"/>
                  <a:pt x="500892" y="242923"/>
                </a:cubicBezTo>
                <a:cubicBezTo>
                  <a:pt x="483564" y="252786"/>
                  <a:pt x="462149" y="258561"/>
                  <a:pt x="438069" y="258561"/>
                </a:cubicBezTo>
                <a:cubicBezTo>
                  <a:pt x="393196" y="258561"/>
                  <a:pt x="366716" y="233416"/>
                  <a:pt x="366716" y="190589"/>
                </a:cubicBezTo>
                <a:lnTo>
                  <a:pt x="366716" y="134522"/>
                </a:lnTo>
                <a:cubicBezTo>
                  <a:pt x="366716" y="93117"/>
                  <a:pt x="395950" y="66550"/>
                  <a:pt x="434337" y="66550"/>
                </a:cubicBezTo>
                <a:close/>
                <a:moveTo>
                  <a:pt x="182247" y="66550"/>
                </a:moveTo>
                <a:cubicBezTo>
                  <a:pt x="223655" y="66550"/>
                  <a:pt x="251912" y="93028"/>
                  <a:pt x="251912" y="138254"/>
                </a:cubicBezTo>
                <a:lnTo>
                  <a:pt x="251912" y="171574"/>
                </a:lnTo>
                <a:lnTo>
                  <a:pt x="132931" y="171574"/>
                </a:lnTo>
                <a:lnTo>
                  <a:pt x="132931" y="189256"/>
                </a:lnTo>
                <a:cubicBezTo>
                  <a:pt x="132931" y="221865"/>
                  <a:pt x="150258" y="241946"/>
                  <a:pt x="185268" y="241946"/>
                </a:cubicBezTo>
                <a:cubicBezTo>
                  <a:pt x="211748" y="241946"/>
                  <a:pt x="227742" y="234837"/>
                  <a:pt x="240982" y="227640"/>
                </a:cubicBezTo>
                <a:cubicBezTo>
                  <a:pt x="243737" y="226307"/>
                  <a:pt x="252178" y="240879"/>
                  <a:pt x="248802" y="242923"/>
                </a:cubicBezTo>
                <a:cubicBezTo>
                  <a:pt x="231474" y="252786"/>
                  <a:pt x="210059" y="258561"/>
                  <a:pt x="185979" y="258561"/>
                </a:cubicBezTo>
                <a:cubicBezTo>
                  <a:pt x="141106" y="258561"/>
                  <a:pt x="114626" y="233416"/>
                  <a:pt x="114626" y="190589"/>
                </a:cubicBezTo>
                <a:lnTo>
                  <a:pt x="114626" y="134522"/>
                </a:lnTo>
                <a:cubicBezTo>
                  <a:pt x="114626" y="93117"/>
                  <a:pt x="143860" y="66550"/>
                  <a:pt x="182247" y="66550"/>
                </a:cubicBezTo>
                <a:close/>
                <a:moveTo>
                  <a:pt x="37409" y="28877"/>
                </a:moveTo>
                <a:cubicBezTo>
                  <a:pt x="40786" y="28877"/>
                  <a:pt x="46562" y="28877"/>
                  <a:pt x="46562" y="30921"/>
                </a:cubicBezTo>
                <a:lnTo>
                  <a:pt x="46562" y="75436"/>
                </a:lnTo>
                <a:lnTo>
                  <a:pt x="86637" y="75436"/>
                </a:lnTo>
                <a:cubicBezTo>
                  <a:pt x="88680" y="75436"/>
                  <a:pt x="88680" y="79168"/>
                  <a:pt x="88680" y="83255"/>
                </a:cubicBezTo>
                <a:cubicBezTo>
                  <a:pt x="88680" y="87342"/>
                  <a:pt x="88680" y="90719"/>
                  <a:pt x="86637" y="90719"/>
                </a:cubicBezTo>
                <a:lnTo>
                  <a:pt x="46562" y="90719"/>
                </a:lnTo>
                <a:lnTo>
                  <a:pt x="46562" y="218756"/>
                </a:lnTo>
                <a:cubicBezTo>
                  <a:pt x="46562" y="233061"/>
                  <a:pt x="52693" y="238481"/>
                  <a:pt x="67621" y="238481"/>
                </a:cubicBezTo>
                <a:lnTo>
                  <a:pt x="86281" y="238481"/>
                </a:lnTo>
                <a:cubicBezTo>
                  <a:pt x="88680" y="238481"/>
                  <a:pt x="89302" y="239192"/>
                  <a:pt x="89302" y="245945"/>
                </a:cubicBezTo>
                <a:cubicBezTo>
                  <a:pt x="89302" y="253408"/>
                  <a:pt x="88591" y="254474"/>
                  <a:pt x="86281" y="254474"/>
                </a:cubicBezTo>
                <a:lnTo>
                  <a:pt x="63267" y="254474"/>
                </a:lnTo>
                <a:cubicBezTo>
                  <a:pt x="37765" y="254474"/>
                  <a:pt x="28257" y="239547"/>
                  <a:pt x="28257" y="219466"/>
                </a:cubicBezTo>
                <a:lnTo>
                  <a:pt x="28257" y="90719"/>
                </a:lnTo>
                <a:lnTo>
                  <a:pt x="2399" y="90719"/>
                </a:lnTo>
                <a:cubicBezTo>
                  <a:pt x="0" y="90719"/>
                  <a:pt x="0" y="86631"/>
                  <a:pt x="0" y="83255"/>
                </a:cubicBezTo>
                <a:cubicBezTo>
                  <a:pt x="0" y="79879"/>
                  <a:pt x="0" y="75436"/>
                  <a:pt x="2399" y="75436"/>
                </a:cubicBezTo>
                <a:lnTo>
                  <a:pt x="28257" y="75436"/>
                </a:lnTo>
                <a:lnTo>
                  <a:pt x="28257" y="30921"/>
                </a:lnTo>
                <a:cubicBezTo>
                  <a:pt x="28257" y="28877"/>
                  <a:pt x="34033" y="28877"/>
                  <a:pt x="37409" y="28877"/>
                </a:cubicBezTo>
                <a:close/>
                <a:moveTo>
                  <a:pt x="302027" y="0"/>
                </a:moveTo>
                <a:cubicBezTo>
                  <a:pt x="305404" y="0"/>
                  <a:pt x="311180" y="0"/>
                  <a:pt x="311180" y="2044"/>
                </a:cubicBezTo>
                <a:lnTo>
                  <a:pt x="311180" y="218756"/>
                </a:lnTo>
                <a:cubicBezTo>
                  <a:pt x="311180" y="233061"/>
                  <a:pt x="317666" y="238836"/>
                  <a:pt x="332595" y="238836"/>
                </a:cubicBezTo>
                <a:lnTo>
                  <a:pt x="341747" y="238836"/>
                </a:lnTo>
                <a:cubicBezTo>
                  <a:pt x="344146" y="238836"/>
                  <a:pt x="344768" y="239547"/>
                  <a:pt x="344768" y="246300"/>
                </a:cubicBezTo>
                <a:cubicBezTo>
                  <a:pt x="344768" y="253764"/>
                  <a:pt x="344057" y="254475"/>
                  <a:pt x="341747" y="254475"/>
                </a:cubicBezTo>
                <a:lnTo>
                  <a:pt x="327885" y="254475"/>
                </a:lnTo>
                <a:cubicBezTo>
                  <a:pt x="302738" y="254475"/>
                  <a:pt x="292875" y="239547"/>
                  <a:pt x="292875" y="219467"/>
                </a:cubicBezTo>
                <a:lnTo>
                  <a:pt x="292875" y="2044"/>
                </a:lnTo>
                <a:cubicBezTo>
                  <a:pt x="292875" y="0"/>
                  <a:pt x="298651" y="0"/>
                  <a:pt x="302027" y="0"/>
                </a:cubicBezTo>
                <a:close/>
              </a:path>
            </a:pathLst>
          </a:custGeom>
          <a:solidFill>
            <a:schemeClr val="tx1"/>
          </a:solidFill>
          <a:ln w="889" cap="flat">
            <a:noFill/>
            <a:prstDash val="solid"/>
            <a:miter/>
          </a:ln>
        </p:spPr>
        <p:txBody>
          <a:bodyPr rtlCol="0" anchor="ctr"/>
          <a:lstStyle/>
          <a:p>
            <a:endParaRPr lang="en-US" sz="1800" noProof="0"/>
          </a:p>
        </p:txBody>
      </p:sp>
      <p:sp>
        <p:nvSpPr>
          <p:cNvPr id="10" name="Date Placeholder 9">
            <a:extLst>
              <a:ext uri="{FF2B5EF4-FFF2-40B4-BE49-F238E27FC236}">
                <a16:creationId xmlns:a16="http://schemas.microsoft.com/office/drawing/2014/main" id="{1CA23922-5169-5B0D-381C-37C9E48722BC}"/>
              </a:ext>
            </a:extLst>
          </p:cNvPr>
          <p:cNvSpPr>
            <a:spLocks noGrp="1"/>
          </p:cNvSpPr>
          <p:nvPr>
            <p:ph type="dt" sz="half" idx="10"/>
          </p:nvPr>
        </p:nvSpPr>
        <p:spPr>
          <a:xfrm>
            <a:off x="540000" y="10800000"/>
            <a:ext cx="720475" cy="151200"/>
          </a:xfrm>
        </p:spPr>
        <p:txBody>
          <a:bodyPr/>
          <a:lstStyle/>
          <a:p>
            <a:fld id="{5826471E-291F-2842-BA7A-B095A00A2AD9}" type="datetime1">
              <a:rPr lang="nb-NO" smtClean="0"/>
              <a:t>23.01.2026</a:t>
            </a:fld>
            <a:endParaRPr lang="en-GB"/>
          </a:p>
        </p:txBody>
      </p:sp>
      <p:sp>
        <p:nvSpPr>
          <p:cNvPr id="11" name="Footer Placeholder 10">
            <a:extLst>
              <a:ext uri="{FF2B5EF4-FFF2-40B4-BE49-F238E27FC236}">
                <a16:creationId xmlns:a16="http://schemas.microsoft.com/office/drawing/2014/main" id="{1ACA15F4-DADA-26E6-2115-8A389BCE2858}"/>
              </a:ext>
            </a:extLst>
          </p:cNvPr>
          <p:cNvSpPr>
            <a:spLocks noGrp="1"/>
          </p:cNvSpPr>
          <p:nvPr>
            <p:ph type="ftr" sz="quarter" idx="11"/>
          </p:nvPr>
        </p:nvSpPr>
        <p:spPr>
          <a:xfrm>
            <a:off x="1260475" y="10800000"/>
            <a:ext cx="9671049" cy="151200"/>
          </a:xfrm>
        </p:spPr>
        <p:txBody>
          <a:bodyPr/>
          <a:lstStyle/>
          <a:p>
            <a:endParaRPr lang="en-GB"/>
          </a:p>
        </p:txBody>
      </p:sp>
      <p:sp>
        <p:nvSpPr>
          <p:cNvPr id="13" name="Slide Number Placeholder 12">
            <a:extLst>
              <a:ext uri="{FF2B5EF4-FFF2-40B4-BE49-F238E27FC236}">
                <a16:creationId xmlns:a16="http://schemas.microsoft.com/office/drawing/2014/main" id="{00AD83AE-50AA-32DA-2F80-B78063A90ABC}"/>
              </a:ext>
            </a:extLst>
          </p:cNvPr>
          <p:cNvSpPr>
            <a:spLocks noGrp="1"/>
          </p:cNvSpPr>
          <p:nvPr>
            <p:ph type="sldNum" sz="quarter" idx="12"/>
          </p:nvPr>
        </p:nvSpPr>
        <p:spPr>
          <a:xfrm>
            <a:off x="10931526" y="10800000"/>
            <a:ext cx="721674" cy="151200"/>
          </a:xfrm>
        </p:spPr>
        <p:txBody>
          <a:bodyPr/>
          <a:lstStyle/>
          <a:p>
            <a:fld id="{608810A5-7811-344D-9AE9-EC83104FB54D}" type="slidenum">
              <a:rPr lang="en-GB" smtClean="0"/>
              <a:t>‹#›</a:t>
            </a:fld>
            <a:endParaRPr lang="en-GB"/>
          </a:p>
        </p:txBody>
      </p:sp>
    </p:spTree>
    <p:extLst>
      <p:ext uri="{BB962C8B-B14F-4D97-AF65-F5344CB8AC3E}">
        <p14:creationId xmlns:p14="http://schemas.microsoft.com/office/powerpoint/2010/main" val="10632810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1F041117-E2FA-07ED-B439-B3B7EB8B1A67}"/>
              </a:ext>
            </a:extLst>
          </p:cNvPr>
          <p:cNvSpPr>
            <a:spLocks noGrp="1"/>
          </p:cNvSpPr>
          <p:nvPr>
            <p:ph type="body" sz="quarter" idx="17" hasCustomPrompt="1"/>
          </p:nvPr>
        </p:nvSpPr>
        <p:spPr>
          <a:xfrm>
            <a:off x="539750" y="3485359"/>
            <a:ext cx="11120297" cy="3392946"/>
          </a:xfrm>
        </p:spPr>
        <p:txBody>
          <a:bodyPr wrap="none" anchor="ctr" anchorCtr="0">
            <a:normAutofit/>
          </a:bodyPr>
          <a:lstStyle>
            <a:lvl1pPr marL="0" indent="0">
              <a:lnSpc>
                <a:spcPct val="100000"/>
              </a:lnSpc>
              <a:spcBef>
                <a:spcPts val="0"/>
              </a:spcBef>
              <a:buNone/>
              <a:defRPr sz="16400" b="1" i="1" spc="-500" baseline="0">
                <a:solidFill>
                  <a:schemeClr val="tx1"/>
                </a:solidFill>
                <a:latin typeface="+mj-lt"/>
              </a:defRPr>
            </a:lvl1pPr>
          </a:lstStyle>
          <a:p>
            <a:pPr lvl="0"/>
            <a:r>
              <a:rPr lang="nb" dirty="0"/>
              <a:t>Tekst</a:t>
            </a:r>
            <a:endParaRPr lang="nb-NO" dirty="0"/>
          </a:p>
        </p:txBody>
      </p:sp>
      <p:sp>
        <p:nvSpPr>
          <p:cNvPr id="4" name="Title 3">
            <a:extLst>
              <a:ext uri="{FF2B5EF4-FFF2-40B4-BE49-F238E27FC236}">
                <a16:creationId xmlns:a16="http://schemas.microsoft.com/office/drawing/2014/main" id="{3661EED2-9C2C-1015-8AF0-3783E7786AA6}"/>
              </a:ext>
            </a:extLst>
          </p:cNvPr>
          <p:cNvSpPr>
            <a:spLocks noGrp="1"/>
          </p:cNvSpPr>
          <p:nvPr>
            <p:ph type="title" hasCustomPrompt="1"/>
          </p:nvPr>
        </p:nvSpPr>
        <p:spPr>
          <a:xfrm>
            <a:off x="540071" y="504000"/>
            <a:ext cx="5556723" cy="381744"/>
          </a:xfrm>
        </p:spPr>
        <p:txBody>
          <a:bodyPr/>
          <a:lstStyle>
            <a:lvl1pPr>
              <a:lnSpc>
                <a:spcPct val="100000"/>
              </a:lnSpc>
              <a:defRPr sz="1600">
                <a:solidFill>
                  <a:schemeClr val="tx2"/>
                </a:solidFill>
              </a:defRPr>
            </a:lvl1pPr>
          </a:lstStyle>
          <a:p>
            <a:r>
              <a:rPr lang="nb"/>
              <a:t>Sett inn presentasjonstittel</a:t>
            </a:r>
            <a:endParaRPr lang="nb-NO"/>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39821" y="1117600"/>
            <a:ext cx="11120297" cy="1644553"/>
          </a:xfrm>
        </p:spPr>
        <p:txBody>
          <a:bodyPr numCol="2" spcCol="360000">
            <a:spAutoFit/>
          </a:bodyPr>
          <a:lstStyle>
            <a:lvl1pPr marL="360000" indent="-360000">
              <a:spcBef>
                <a:spcPts val="600"/>
              </a:spcBef>
              <a:spcAft>
                <a:spcPts val="400"/>
              </a:spcAft>
              <a:buClr>
                <a:schemeClr val="tx2"/>
              </a:buClr>
              <a:buFont typeface="+mj-lt"/>
              <a:buAutoNum type="arabicPeriod"/>
              <a:tabLst/>
              <a:defRPr>
                <a:solidFill>
                  <a:schemeClr val="tx1"/>
                </a:solidFill>
              </a:defRPr>
            </a:lvl1pPr>
            <a:lvl2pPr marL="540000" indent="-180000">
              <a:spcBef>
                <a:spcPts val="0"/>
              </a:spcBef>
              <a:spcAft>
                <a:spcPts val="400"/>
              </a:spcAft>
              <a:buClr>
                <a:schemeClr val="tx2"/>
              </a:buClr>
              <a:buFont typeface="Arial" panose="020B0604020202020204" pitchFamily="34" charset="0"/>
              <a:buChar char="•"/>
              <a:tabLst/>
              <a:defRPr>
                <a:solidFill>
                  <a:schemeClr val="tx1"/>
                </a:solidFill>
              </a:defRPr>
            </a:lvl2pPr>
            <a:lvl3pPr marL="756000">
              <a:spcBef>
                <a:spcPts val="0"/>
              </a:spcBef>
              <a:spcAft>
                <a:spcPts val="400"/>
              </a:spcAft>
              <a:buClr>
                <a:schemeClr val="tx2"/>
              </a:buClr>
              <a:defRPr>
                <a:solidFill>
                  <a:schemeClr val="tx1"/>
                </a:solidFill>
              </a:defRPr>
            </a:lvl3pPr>
            <a:lvl4pPr marL="984250" indent="-222250">
              <a:spcBef>
                <a:spcPts val="0"/>
              </a:spcBef>
              <a:spcAft>
                <a:spcPts val="400"/>
              </a:spcAft>
              <a:buClr>
                <a:schemeClr val="tx2"/>
              </a:buClr>
              <a:tabLst/>
              <a:defRPr>
                <a:solidFill>
                  <a:schemeClr val="tx1"/>
                </a:solidFill>
              </a:defRPr>
            </a:lvl4pPr>
            <a:lvl5pPr marL="1206500" indent="-182563">
              <a:spcBef>
                <a:spcPts val="0"/>
              </a:spcBef>
              <a:spcAft>
                <a:spcPts val="400"/>
              </a:spcAft>
              <a:buClr>
                <a:schemeClr val="tx2"/>
              </a:buClr>
              <a:tabLst/>
              <a:defRPr>
                <a:solidFill>
                  <a:schemeClr val="tx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5" name="Date Placeholder 4">
            <a:extLst>
              <a:ext uri="{FF2B5EF4-FFF2-40B4-BE49-F238E27FC236}">
                <a16:creationId xmlns:a16="http://schemas.microsoft.com/office/drawing/2014/main" id="{4A7B097F-8233-CABB-AB17-DFBAECBBF767}"/>
              </a:ext>
            </a:extLst>
          </p:cNvPr>
          <p:cNvSpPr>
            <a:spLocks noGrp="1"/>
          </p:cNvSpPr>
          <p:nvPr>
            <p:ph type="dt" sz="half" idx="10"/>
          </p:nvPr>
        </p:nvSpPr>
        <p:spPr/>
        <p:txBody>
          <a:bodyPr/>
          <a:lstStyle/>
          <a:p>
            <a:fld id="{CDF05D10-63C8-7D41-B3DD-558FAE41D72D}" type="datetime1">
              <a:rPr lang="nb-NO" smtClean="0"/>
              <a:t>23.01.2026</a:t>
            </a:fld>
            <a:endParaRPr lang="en-GB"/>
          </a:p>
        </p:txBody>
      </p:sp>
      <p:sp>
        <p:nvSpPr>
          <p:cNvPr id="6" name="Footer Placeholder 5">
            <a:extLst>
              <a:ext uri="{FF2B5EF4-FFF2-40B4-BE49-F238E27FC236}">
                <a16:creationId xmlns:a16="http://schemas.microsoft.com/office/drawing/2014/main" id="{CE6EDA65-89A7-562A-E6AA-69C64BC7AE2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5F0B0CA-9FC5-C2DC-0887-17B722DE9663}"/>
              </a:ext>
            </a:extLst>
          </p:cNvPr>
          <p:cNvSpPr>
            <a:spLocks noGrp="1"/>
          </p:cNvSpPr>
          <p:nvPr>
            <p:ph type="sldNum" sz="quarter" idx="12"/>
          </p:nvPr>
        </p:nvSpPr>
        <p:spPr/>
        <p:txBody>
          <a:bodyPr/>
          <a:lstStyle/>
          <a:p>
            <a:fld id="{608810A5-7811-344D-9AE9-EC83104FB54D}" type="slidenum">
              <a:rPr lang="en-GB" smtClean="0"/>
              <a:t>‹#›</a:t>
            </a:fld>
            <a:endParaRPr lang="en-GB"/>
          </a:p>
        </p:txBody>
      </p:sp>
    </p:spTree>
    <p:extLst>
      <p:ext uri="{BB962C8B-B14F-4D97-AF65-F5344CB8AC3E}">
        <p14:creationId xmlns:p14="http://schemas.microsoft.com/office/powerpoint/2010/main" val="37438636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extLst>
    <p:ext uri="{DCECCB84-F9BA-43D5-87BE-67443E8EF086}">
      <p15:sldGuideLst xmlns:p15="http://schemas.microsoft.com/office/powerpoint/2012/main">
        <p15:guide id="2" orient="horz" pos="58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Speaker">
    <p:bg>
      <p:bgRef idx="1001">
        <a:schemeClr val="bg1"/>
      </p:bgRef>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3F1254C-7137-FEEE-6F07-104982B34FD1}"/>
              </a:ext>
            </a:extLst>
          </p:cNvPr>
          <p:cNvSpPr txBox="1">
            <a:spLocks/>
          </p:cNvSpPr>
          <p:nvPr/>
        </p:nvSpPr>
        <p:spPr>
          <a:xfrm>
            <a:off x="540071" y="540000"/>
            <a:ext cx="2809416" cy="504754"/>
          </a:xfrm>
          <a:prstGeom prst="rect">
            <a:avLst/>
          </a:prstGeom>
          <a:noFill/>
        </p:spPr>
        <p:txBody>
          <a:bodyPr wrap="square" lIns="0" tIns="0" rIns="0" bIns="0">
            <a:spAutoFit/>
          </a:bodyPr>
          <a:lstStyle>
            <a:lvl1pPr algn="l" defTabSz="914400" rtl="0" eaLnBrk="1" latinLnBrk="0" hangingPunct="1">
              <a:lnSpc>
                <a:spcPct val="90000"/>
              </a:lnSpc>
              <a:spcBef>
                <a:spcPct val="0"/>
              </a:spcBef>
              <a:buNone/>
              <a:defRPr sz="4000" b="0" i="0" u="none" kern="1200">
                <a:solidFill>
                  <a:schemeClr val="tx1"/>
                </a:solidFill>
                <a:latin typeface="+mj-lt"/>
                <a:ea typeface="Verdana" panose="020B0604030504040204" pitchFamily="34" charset="0"/>
                <a:cs typeface="+mj-cs"/>
                <a:sym typeface="Verdana" panose="020B0604030504040204" pitchFamily="34" charset="0"/>
              </a:defRPr>
            </a:lvl1pPr>
          </a:lstStyle>
          <a:p>
            <a:pPr>
              <a:lnSpc>
                <a:spcPct val="82000"/>
              </a:lnSpc>
            </a:pPr>
            <a:r>
              <a:rPr lang="nb" sz="4000" b="1" i="1" noProof="0" dirty="0">
                <a:solidFill>
                  <a:schemeClr val="accent3"/>
                </a:solidFill>
                <a:uFill>
                  <a:solidFill>
                    <a:schemeClr val="accent2"/>
                  </a:solidFill>
                </a:uFill>
                <a:latin typeface="+mj-lt"/>
              </a:rPr>
              <a:t>Agenda</a:t>
            </a:r>
          </a:p>
        </p:txBody>
      </p:sp>
      <p:sp>
        <p:nvSpPr>
          <p:cNvPr id="9" name="Text Placeholder 8">
            <a:extLst>
              <a:ext uri="{FF2B5EF4-FFF2-40B4-BE49-F238E27FC236}">
                <a16:creationId xmlns:a16="http://schemas.microsoft.com/office/drawing/2014/main" id="{C9025582-10A8-CA5B-0E79-E40F2D42D784}"/>
              </a:ext>
            </a:extLst>
          </p:cNvPr>
          <p:cNvSpPr>
            <a:spLocks noGrp="1"/>
          </p:cNvSpPr>
          <p:nvPr>
            <p:ph type="body" sz="quarter" idx="12" hasCustomPrompt="1"/>
          </p:nvPr>
        </p:nvSpPr>
        <p:spPr>
          <a:xfrm>
            <a:off x="540070" y="1180817"/>
            <a:ext cx="3095973" cy="246221"/>
          </a:xfrm>
        </p:spPr>
        <p:txBody>
          <a:bodyPr wrap="square">
            <a:spAutoFit/>
          </a:bodyPr>
          <a:lstStyle>
            <a:lvl1pPr marL="0" indent="0">
              <a:lnSpc>
                <a:spcPct val="100000"/>
              </a:lnSpc>
              <a:spcBef>
                <a:spcPts val="0"/>
              </a:spcBef>
              <a:spcAft>
                <a:spcPts val="0"/>
              </a:spcAft>
              <a:buNone/>
              <a:defRPr sz="1600">
                <a:solidFill>
                  <a:schemeClr val="accent3"/>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nb"/>
              <a:t>Sett inn presentasjonstittel</a:t>
            </a:r>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4858880" y="678655"/>
            <a:ext cx="6796271" cy="5509419"/>
          </a:xfrm>
        </p:spPr>
        <p:txBody>
          <a:bodyPr/>
          <a:lstStyle>
            <a:lvl1pPr marL="360000" indent="-360000">
              <a:spcBef>
                <a:spcPts val="600"/>
              </a:spcBef>
              <a:spcAft>
                <a:spcPts val="400"/>
              </a:spcAft>
              <a:buClr>
                <a:schemeClr val="accent3"/>
              </a:buClr>
              <a:buFont typeface="+mj-lt"/>
              <a:buAutoNum type="arabicPeriod"/>
              <a:tabLst/>
              <a:defRPr>
                <a:solidFill>
                  <a:schemeClr val="tx2"/>
                </a:solidFill>
              </a:defRPr>
            </a:lvl1pPr>
            <a:lvl2pPr marL="540000" indent="-180000">
              <a:spcBef>
                <a:spcPts val="0"/>
              </a:spcBef>
              <a:spcAft>
                <a:spcPts val="400"/>
              </a:spcAft>
              <a:buClr>
                <a:schemeClr val="accent3"/>
              </a:buClr>
              <a:buFont typeface="Arial" panose="020B0604020202020204" pitchFamily="34" charset="0"/>
              <a:buChar char="•"/>
              <a:tabLst/>
              <a:defRPr>
                <a:solidFill>
                  <a:schemeClr val="tx2"/>
                </a:solidFill>
              </a:defRPr>
            </a:lvl2pPr>
            <a:lvl3pPr marL="756000">
              <a:spcBef>
                <a:spcPts val="0"/>
              </a:spcBef>
              <a:spcAft>
                <a:spcPts val="400"/>
              </a:spcAft>
              <a:buClr>
                <a:schemeClr val="accent3"/>
              </a:buClr>
              <a:defRPr>
                <a:solidFill>
                  <a:schemeClr val="tx2"/>
                </a:solidFill>
              </a:defRPr>
            </a:lvl3pPr>
            <a:lvl4pPr marL="984250" indent="-222250">
              <a:spcBef>
                <a:spcPts val="0"/>
              </a:spcBef>
              <a:spcAft>
                <a:spcPts val="400"/>
              </a:spcAft>
              <a:buClr>
                <a:schemeClr val="accent3"/>
              </a:buClr>
              <a:tabLst/>
              <a:defRPr>
                <a:solidFill>
                  <a:schemeClr val="tx2"/>
                </a:solidFill>
              </a:defRPr>
            </a:lvl4pPr>
            <a:lvl5pPr marL="1206500" indent="-182563">
              <a:spcBef>
                <a:spcPts val="0"/>
              </a:spcBef>
              <a:spcAft>
                <a:spcPts val="400"/>
              </a:spcAft>
              <a:buClr>
                <a:schemeClr val="accent3"/>
              </a:buClr>
              <a:tabLst/>
              <a:defRPr>
                <a:solidFill>
                  <a:schemeClr val="tx2"/>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5" name="Text Placeholder 14">
            <a:extLst>
              <a:ext uri="{FF2B5EF4-FFF2-40B4-BE49-F238E27FC236}">
                <a16:creationId xmlns:a16="http://schemas.microsoft.com/office/drawing/2014/main" id="{C7AB7EBB-A393-D691-D4A6-F675ACFA104D}"/>
              </a:ext>
            </a:extLst>
          </p:cNvPr>
          <p:cNvSpPr>
            <a:spLocks noGrp="1"/>
          </p:cNvSpPr>
          <p:nvPr>
            <p:ph type="body" sz="quarter" idx="25" hasCustomPrompt="1"/>
          </p:nvPr>
        </p:nvSpPr>
        <p:spPr>
          <a:xfrm>
            <a:off x="539820" y="4335800"/>
            <a:ext cx="2329440" cy="590692"/>
          </a:xfrm>
          <a:solidFill>
            <a:schemeClr val="bg2"/>
          </a:solidFill>
        </p:spPr>
        <p:txBody>
          <a:bodyPr lIns="180000" rIns="180000" anchor="b" anchorCtr="0"/>
          <a:lstStyle>
            <a:lvl1pPr marL="0" indent="0">
              <a:lnSpc>
                <a:spcPct val="100000"/>
              </a:lnSpc>
              <a:spcBef>
                <a:spcPts val="0"/>
              </a:spcBef>
              <a:buNone/>
              <a:defRPr sz="1400">
                <a:latin typeface="+mj-lt"/>
              </a:defRPr>
            </a:lvl1pPr>
            <a:lvl2pPr marL="216000" indent="0">
              <a:buNone/>
              <a:defRPr sz="1200"/>
            </a:lvl2pPr>
            <a:lvl3pPr marL="468000" indent="0">
              <a:buNone/>
              <a:defRPr sz="1200"/>
            </a:lvl3pPr>
            <a:lvl4pPr marL="720000" indent="0">
              <a:buNone/>
              <a:defRPr sz="1200"/>
            </a:lvl4pPr>
            <a:lvl5pPr marL="938213" indent="0">
              <a:buNone/>
              <a:defRPr sz="1200"/>
            </a:lvl5pPr>
          </a:lstStyle>
          <a:p>
            <a:pPr lvl="0"/>
            <a:r>
              <a:rPr lang="nb"/>
              <a:t>Navn</a:t>
            </a:r>
            <a:endParaRPr lang="nb-NO"/>
          </a:p>
        </p:txBody>
      </p:sp>
      <p:sp>
        <p:nvSpPr>
          <p:cNvPr id="13" name="Text Placeholder 12">
            <a:extLst>
              <a:ext uri="{FF2B5EF4-FFF2-40B4-BE49-F238E27FC236}">
                <a16:creationId xmlns:a16="http://schemas.microsoft.com/office/drawing/2014/main" id="{D0744EC4-3DDA-4377-3452-16DDFF16F7CC}"/>
              </a:ext>
            </a:extLst>
          </p:cNvPr>
          <p:cNvSpPr>
            <a:spLocks noGrp="1"/>
          </p:cNvSpPr>
          <p:nvPr>
            <p:ph type="body" sz="quarter" idx="26" hasCustomPrompt="1"/>
          </p:nvPr>
        </p:nvSpPr>
        <p:spPr bwMode="gray">
          <a:xfrm>
            <a:off x="539818" y="4926494"/>
            <a:ext cx="2329441" cy="979007"/>
          </a:xfrm>
          <a:custGeom>
            <a:avLst/>
            <a:gdLst>
              <a:gd name="connsiteX0" fmla="*/ 0 w 2329138"/>
              <a:gd name="connsiteY0" fmla="*/ 0 h 979007"/>
              <a:gd name="connsiteX1" fmla="*/ 1 w 2329138"/>
              <a:gd name="connsiteY1" fmla="*/ 0 h 979007"/>
              <a:gd name="connsiteX2" fmla="*/ 2329138 w 2329138"/>
              <a:gd name="connsiteY2" fmla="*/ 0 h 979007"/>
              <a:gd name="connsiteX3" fmla="*/ 2329138 w 2329138"/>
              <a:gd name="connsiteY3" fmla="*/ 815548 h 979007"/>
              <a:gd name="connsiteX4" fmla="*/ 2165679 w 2329138"/>
              <a:gd name="connsiteY4" fmla="*/ 979007 h 979007"/>
              <a:gd name="connsiteX5" fmla="*/ 163460 w 2329138"/>
              <a:gd name="connsiteY5" fmla="*/ 979007 h 979007"/>
              <a:gd name="connsiteX6" fmla="*/ 1 w 2329138"/>
              <a:gd name="connsiteY6" fmla="*/ 815548 h 979007"/>
              <a:gd name="connsiteX7" fmla="*/ 1 w 2329138"/>
              <a:gd name="connsiteY7" fmla="*/ 557177 h 979007"/>
              <a:gd name="connsiteX8" fmla="*/ 1 w 2329138"/>
              <a:gd name="connsiteY8" fmla="*/ 523704 h 979007"/>
              <a:gd name="connsiteX9" fmla="*/ 0 w 2329138"/>
              <a:gd name="connsiteY9" fmla="*/ 523704 h 979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9138" h="979007">
                <a:moveTo>
                  <a:pt x="0" y="0"/>
                </a:moveTo>
                <a:lnTo>
                  <a:pt x="1" y="0"/>
                </a:lnTo>
                <a:lnTo>
                  <a:pt x="2329138" y="0"/>
                </a:lnTo>
                <a:lnTo>
                  <a:pt x="2329138" y="815548"/>
                </a:lnTo>
                <a:cubicBezTo>
                  <a:pt x="2329138" y="905824"/>
                  <a:pt x="2255955" y="979007"/>
                  <a:pt x="2165679" y="979007"/>
                </a:cubicBezTo>
                <a:lnTo>
                  <a:pt x="163460" y="979007"/>
                </a:lnTo>
                <a:cubicBezTo>
                  <a:pt x="73184" y="979007"/>
                  <a:pt x="1" y="905824"/>
                  <a:pt x="1" y="815548"/>
                </a:cubicBezTo>
                <a:lnTo>
                  <a:pt x="1" y="557177"/>
                </a:lnTo>
                <a:lnTo>
                  <a:pt x="1" y="523704"/>
                </a:lnTo>
                <a:lnTo>
                  <a:pt x="0" y="523704"/>
                </a:lnTo>
                <a:close/>
              </a:path>
            </a:pathLst>
          </a:custGeom>
          <a:solidFill>
            <a:schemeClr val="bg2"/>
          </a:solidFill>
        </p:spPr>
        <p:txBody>
          <a:bodyPr wrap="square" lIns="180000" tIns="72000" rIns="180000">
            <a:noAutofit/>
          </a:bodyPr>
          <a:lstStyle>
            <a:lvl1pPr marL="0" indent="0">
              <a:lnSpc>
                <a:spcPct val="100000"/>
              </a:lnSpc>
              <a:spcBef>
                <a:spcPts val="0"/>
              </a:spcBef>
              <a:buNone/>
              <a:defRPr sz="1200">
                <a:latin typeface="+mn-lt"/>
              </a:defRPr>
            </a:lvl1pPr>
            <a:lvl2pPr marL="216000" indent="0">
              <a:buNone/>
              <a:defRPr sz="1200"/>
            </a:lvl2pPr>
            <a:lvl3pPr marL="468000" indent="0">
              <a:buNone/>
              <a:defRPr sz="1200"/>
            </a:lvl3pPr>
            <a:lvl4pPr marL="720000" indent="0">
              <a:buNone/>
              <a:defRPr sz="1200"/>
            </a:lvl4pPr>
            <a:lvl5pPr marL="938213" indent="0">
              <a:buNone/>
              <a:defRPr sz="1200"/>
            </a:lvl5pPr>
          </a:lstStyle>
          <a:p>
            <a:pPr lvl="0"/>
            <a:r>
              <a:rPr lang="nb"/>
              <a:t>Tittel</a:t>
            </a:r>
            <a:endParaRPr lang="nb-NO"/>
          </a:p>
        </p:txBody>
      </p:sp>
      <p:sp>
        <p:nvSpPr>
          <p:cNvPr id="12" name="Picture Placeholder 11">
            <a:extLst>
              <a:ext uri="{FF2B5EF4-FFF2-40B4-BE49-F238E27FC236}">
                <a16:creationId xmlns:a16="http://schemas.microsoft.com/office/drawing/2014/main" id="{9441B6E7-135E-CAC5-014B-082FEF224E05}"/>
              </a:ext>
            </a:extLst>
          </p:cNvPr>
          <p:cNvSpPr>
            <a:spLocks noGrp="1"/>
          </p:cNvSpPr>
          <p:nvPr>
            <p:ph type="pic" sz="quarter" idx="15" hasCustomPrompt="1"/>
          </p:nvPr>
        </p:nvSpPr>
        <p:spPr>
          <a:xfrm>
            <a:off x="539821" y="2006602"/>
            <a:ext cx="2329440" cy="2329199"/>
          </a:xfrm>
          <a:custGeom>
            <a:avLst/>
            <a:gdLst>
              <a:gd name="connsiteX0" fmla="*/ 166650 w 2329137"/>
              <a:gd name="connsiteY0" fmla="*/ 0 h 2329199"/>
              <a:gd name="connsiteX1" fmla="*/ 2162487 w 2329137"/>
              <a:gd name="connsiteY1" fmla="*/ 0 h 2329199"/>
              <a:gd name="connsiteX2" fmla="*/ 2329137 w 2329137"/>
              <a:gd name="connsiteY2" fmla="*/ 166650 h 2329199"/>
              <a:gd name="connsiteX3" fmla="*/ 2329137 w 2329137"/>
              <a:gd name="connsiteY3" fmla="*/ 2329199 h 2329199"/>
              <a:gd name="connsiteX4" fmla="*/ 0 w 2329137"/>
              <a:gd name="connsiteY4" fmla="*/ 2329199 h 2329199"/>
              <a:gd name="connsiteX5" fmla="*/ 0 w 2329137"/>
              <a:gd name="connsiteY5" fmla="*/ 166650 h 2329199"/>
              <a:gd name="connsiteX6" fmla="*/ 166650 w 2329137"/>
              <a:gd name="connsiteY6" fmla="*/ 0 h 232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9137" h="2329199">
                <a:moveTo>
                  <a:pt x="166650" y="0"/>
                </a:moveTo>
                <a:lnTo>
                  <a:pt x="2162487" y="0"/>
                </a:lnTo>
                <a:cubicBezTo>
                  <a:pt x="2254525" y="0"/>
                  <a:pt x="2329137" y="74612"/>
                  <a:pt x="2329137" y="166650"/>
                </a:cubicBezTo>
                <a:lnTo>
                  <a:pt x="2329137" y="2329199"/>
                </a:lnTo>
                <a:lnTo>
                  <a:pt x="0" y="2329199"/>
                </a:lnTo>
                <a:lnTo>
                  <a:pt x="0" y="166650"/>
                </a:lnTo>
                <a:cubicBezTo>
                  <a:pt x="0" y="74612"/>
                  <a:pt x="74612" y="0"/>
                  <a:pt x="166650" y="0"/>
                </a:cubicBezTo>
                <a:close/>
              </a:path>
            </a:pathLst>
          </a:custGeom>
          <a:solidFill>
            <a:schemeClr val="bg2"/>
          </a:solidFill>
        </p:spPr>
        <p:txBody>
          <a:bodyPr wrap="square" tIns="360000">
            <a:noAutofit/>
          </a:bodyPr>
          <a:lstStyle>
            <a:lvl1pPr marL="0" indent="0" algn="ctr">
              <a:buNone/>
              <a:defRPr sz="1600">
                <a:solidFill>
                  <a:schemeClr val="tx2"/>
                </a:solidFill>
              </a:defRPr>
            </a:lvl1pPr>
          </a:lstStyle>
          <a:p>
            <a:r>
              <a:rPr lang="nb"/>
              <a:t>Bilde 1</a:t>
            </a:r>
          </a:p>
        </p:txBody>
      </p:sp>
      <p:sp>
        <p:nvSpPr>
          <p:cNvPr id="4" name="Date Placeholder 3">
            <a:extLst>
              <a:ext uri="{FF2B5EF4-FFF2-40B4-BE49-F238E27FC236}">
                <a16:creationId xmlns:a16="http://schemas.microsoft.com/office/drawing/2014/main" id="{57602D09-201F-9A40-6778-AD3A5C73EB0C}"/>
              </a:ext>
            </a:extLst>
          </p:cNvPr>
          <p:cNvSpPr>
            <a:spLocks noGrp="1"/>
          </p:cNvSpPr>
          <p:nvPr>
            <p:ph type="dt" sz="half" idx="27"/>
          </p:nvPr>
        </p:nvSpPr>
        <p:spPr/>
        <p:txBody>
          <a:bodyPr/>
          <a:lstStyle/>
          <a:p>
            <a:fld id="{CA16D772-F78C-9146-A592-51DEC7639E2F}" type="datetime1">
              <a:rPr lang="nb-NO" smtClean="0"/>
              <a:t>23.01.2026</a:t>
            </a:fld>
            <a:endParaRPr lang="en-GB"/>
          </a:p>
        </p:txBody>
      </p:sp>
      <p:sp>
        <p:nvSpPr>
          <p:cNvPr id="5" name="Footer Placeholder 4">
            <a:extLst>
              <a:ext uri="{FF2B5EF4-FFF2-40B4-BE49-F238E27FC236}">
                <a16:creationId xmlns:a16="http://schemas.microsoft.com/office/drawing/2014/main" id="{15051CD6-412F-25B8-480D-E2414184D4E6}"/>
              </a:ext>
            </a:extLst>
          </p:cNvPr>
          <p:cNvSpPr>
            <a:spLocks noGrp="1"/>
          </p:cNvSpPr>
          <p:nvPr>
            <p:ph type="ftr" sz="quarter" idx="28"/>
          </p:nvPr>
        </p:nvSpPr>
        <p:spPr/>
        <p:txBody>
          <a:bodyPr/>
          <a:lstStyle/>
          <a:p>
            <a:endParaRPr lang="en-GB"/>
          </a:p>
        </p:txBody>
      </p:sp>
      <p:sp>
        <p:nvSpPr>
          <p:cNvPr id="6" name="Slide Number Placeholder 5">
            <a:extLst>
              <a:ext uri="{FF2B5EF4-FFF2-40B4-BE49-F238E27FC236}">
                <a16:creationId xmlns:a16="http://schemas.microsoft.com/office/drawing/2014/main" id="{57075C48-2E5A-F642-A932-35AADD71BE95}"/>
              </a:ext>
            </a:extLst>
          </p:cNvPr>
          <p:cNvSpPr>
            <a:spLocks noGrp="1"/>
          </p:cNvSpPr>
          <p:nvPr>
            <p:ph type="sldNum" sz="quarter" idx="29"/>
          </p:nvPr>
        </p:nvSpPr>
        <p:spPr/>
        <p:txBody>
          <a:bodyPr/>
          <a:lstStyle/>
          <a:p>
            <a:fld id="{608810A5-7811-344D-9AE9-EC83104FB54D}" type="slidenum">
              <a:rPr lang="en-GB" smtClean="0"/>
              <a:t>‹#›</a:t>
            </a:fld>
            <a:endParaRPr lang="en-GB"/>
          </a:p>
        </p:txBody>
      </p:sp>
    </p:spTree>
    <p:extLst>
      <p:ext uri="{BB962C8B-B14F-4D97-AF65-F5344CB8AC3E}">
        <p14:creationId xmlns:p14="http://schemas.microsoft.com/office/powerpoint/2010/main" val="4572571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Keynote speaker">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2F27F4-9554-1DD3-113B-23B5DC72F9A9}"/>
              </a:ext>
              <a:ext uri="{C183D7F6-B498-43B3-948B-1728B52AA6E4}">
                <adec:decorative xmlns:adec="http://schemas.microsoft.com/office/drawing/2017/decorative" val="1"/>
              </a:ext>
            </a:extLst>
          </p:cNvPr>
          <p:cNvPicPr>
            <a:picLocks noChangeAspect="1"/>
          </p:cNvPicPr>
          <p:nvPr/>
        </p:nvPicPr>
        <p:blipFill>
          <a:blip r:embed="rId2">
            <a:alphaModFix amt="90000"/>
            <a:extLst>
              <a:ext uri="{28A0092B-C50C-407E-A947-70E740481C1C}">
                <a14:useLocalDpi xmlns:a14="http://schemas.microsoft.com/office/drawing/2010/main" val="0"/>
              </a:ext>
            </a:extLst>
          </a:blip>
          <a:srcRect/>
          <a:stretch/>
        </p:blipFill>
        <p:spPr>
          <a:xfrm>
            <a:off x="795" y="446"/>
            <a:ext cx="12191207" cy="6857554"/>
          </a:xfrm>
          <a:prstGeom prst="rect">
            <a:avLst/>
          </a:prstGeom>
        </p:spPr>
      </p:pic>
      <p:sp>
        <p:nvSpPr>
          <p:cNvPr id="6" name="Section title">
            <a:extLst>
              <a:ext uri="{FF2B5EF4-FFF2-40B4-BE49-F238E27FC236}">
                <a16:creationId xmlns:a16="http://schemas.microsoft.com/office/drawing/2014/main" id="{E3DCE9CB-BC03-4349-D59E-65DD82D60878}"/>
              </a:ext>
            </a:extLst>
          </p:cNvPr>
          <p:cNvSpPr>
            <a:spLocks noGrp="1"/>
          </p:cNvSpPr>
          <p:nvPr>
            <p:ph type="body" sz="quarter" idx="16"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2" name="Title 1">
            <a:extLst>
              <a:ext uri="{FF2B5EF4-FFF2-40B4-BE49-F238E27FC236}">
                <a16:creationId xmlns:a16="http://schemas.microsoft.com/office/drawing/2014/main" id="{24CD467D-01ED-F4CD-4FB0-76B44B10D743}"/>
              </a:ext>
            </a:extLst>
          </p:cNvPr>
          <p:cNvSpPr>
            <a:spLocks noGrp="1"/>
          </p:cNvSpPr>
          <p:nvPr>
            <p:ph type="title" hasCustomPrompt="1"/>
          </p:nvPr>
        </p:nvSpPr>
        <p:spPr/>
        <p:txBody>
          <a:bodyPr/>
          <a:lstStyle/>
          <a:p>
            <a:r>
              <a:rPr lang="nb" dirty="0"/>
              <a:t>Klikk for å redigere</a:t>
            </a:r>
            <a:endParaRPr lang="nb-NO" dirty="0"/>
          </a:p>
        </p:txBody>
      </p:sp>
      <p:sp>
        <p:nvSpPr>
          <p:cNvPr id="13" name="Picture Placeholder 12">
            <a:extLst>
              <a:ext uri="{FF2B5EF4-FFF2-40B4-BE49-F238E27FC236}">
                <a16:creationId xmlns:a16="http://schemas.microsoft.com/office/drawing/2014/main" id="{DA15D789-73FF-5412-D986-C53645275675}"/>
              </a:ext>
            </a:extLst>
          </p:cNvPr>
          <p:cNvSpPr>
            <a:spLocks noGrp="1"/>
          </p:cNvSpPr>
          <p:nvPr>
            <p:ph type="pic" sz="quarter" idx="17"/>
          </p:nvPr>
        </p:nvSpPr>
        <p:spPr>
          <a:xfrm>
            <a:off x="539819" y="2006600"/>
            <a:ext cx="5555655" cy="3898900"/>
          </a:xfrm>
          <a:custGeom>
            <a:avLst/>
            <a:gdLst>
              <a:gd name="connsiteX0" fmla="*/ 279551 w 5554932"/>
              <a:gd name="connsiteY0" fmla="*/ 0 h 3898900"/>
              <a:gd name="connsiteX1" fmla="*/ 5554932 w 5554932"/>
              <a:gd name="connsiteY1" fmla="*/ 0 h 3898900"/>
              <a:gd name="connsiteX2" fmla="*/ 5554932 w 5554932"/>
              <a:gd name="connsiteY2" fmla="*/ 3898900 h 3898900"/>
              <a:gd name="connsiteX3" fmla="*/ 279551 w 5554932"/>
              <a:gd name="connsiteY3" fmla="*/ 3898900 h 3898900"/>
              <a:gd name="connsiteX4" fmla="*/ 0 w 5554932"/>
              <a:gd name="connsiteY4" fmla="*/ 3619349 h 3898900"/>
              <a:gd name="connsiteX5" fmla="*/ 0 w 5554932"/>
              <a:gd name="connsiteY5" fmla="*/ 279551 h 3898900"/>
              <a:gd name="connsiteX6" fmla="*/ 279551 w 5554932"/>
              <a:gd name="connsiteY6" fmla="*/ 0 h 389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4932" h="3898900">
                <a:moveTo>
                  <a:pt x="279551" y="0"/>
                </a:moveTo>
                <a:lnTo>
                  <a:pt x="5554932" y="0"/>
                </a:lnTo>
                <a:lnTo>
                  <a:pt x="5554932" y="3898900"/>
                </a:lnTo>
                <a:lnTo>
                  <a:pt x="279551" y="3898900"/>
                </a:lnTo>
                <a:cubicBezTo>
                  <a:pt x="125159" y="3898900"/>
                  <a:pt x="0" y="3773741"/>
                  <a:pt x="0" y="3619349"/>
                </a:cubicBezTo>
                <a:lnTo>
                  <a:pt x="0" y="279551"/>
                </a:lnTo>
                <a:cubicBezTo>
                  <a:pt x="0" y="125159"/>
                  <a:pt x="125159" y="0"/>
                  <a:pt x="279551" y="0"/>
                </a:cubicBezTo>
                <a:close/>
              </a:path>
            </a:pathLst>
          </a:custGeom>
          <a:solidFill>
            <a:schemeClr val="bg1"/>
          </a:solidFill>
        </p:spPr>
        <p:txBody>
          <a:bodyPr wrap="square" lIns="360000" tIns="360000" rIns="360000" bIns="360000">
            <a:noAutofit/>
          </a:bodyPr>
          <a:lstStyle>
            <a:lvl1pPr marL="0" indent="0" algn="ctr">
              <a:buNone/>
              <a:defRPr sz="1400"/>
            </a:lvl1pPr>
          </a:lstStyle>
          <a:p>
            <a:r>
              <a:rPr lang="nb-NO"/>
              <a:t>Klikk på ikonet for å legge til et bilde</a:t>
            </a:r>
          </a:p>
        </p:txBody>
      </p:sp>
      <p:sp>
        <p:nvSpPr>
          <p:cNvPr id="12" name="Freeform 11">
            <a:extLst>
              <a:ext uri="{FF2B5EF4-FFF2-40B4-BE49-F238E27FC236}">
                <a16:creationId xmlns:a16="http://schemas.microsoft.com/office/drawing/2014/main" id="{BBD8D479-9780-9020-8256-B0111F8338FB}"/>
              </a:ext>
              <a:ext uri="{C183D7F6-B498-43B3-948B-1728B52AA6E4}">
                <adec:decorative xmlns:adec="http://schemas.microsoft.com/office/drawing/2017/decorative" val="1"/>
              </a:ext>
            </a:extLst>
          </p:cNvPr>
          <p:cNvSpPr/>
          <p:nvPr/>
        </p:nvSpPr>
        <p:spPr>
          <a:xfrm>
            <a:off x="6095999" y="2006600"/>
            <a:ext cx="5554593" cy="3898900"/>
          </a:xfrm>
          <a:custGeom>
            <a:avLst/>
            <a:gdLst>
              <a:gd name="connsiteX0" fmla="*/ 0 w 5553870"/>
              <a:gd name="connsiteY0" fmla="*/ 0 h 3898900"/>
              <a:gd name="connsiteX1" fmla="*/ 5277945 w 5553870"/>
              <a:gd name="connsiteY1" fmla="*/ 0 h 3898900"/>
              <a:gd name="connsiteX2" fmla="*/ 5553870 w 5553870"/>
              <a:gd name="connsiteY2" fmla="*/ 275925 h 3898900"/>
              <a:gd name="connsiteX3" fmla="*/ 5553870 w 5553870"/>
              <a:gd name="connsiteY3" fmla="*/ 3622975 h 3898900"/>
              <a:gd name="connsiteX4" fmla="*/ 5277945 w 5553870"/>
              <a:gd name="connsiteY4" fmla="*/ 3898900 h 3898900"/>
              <a:gd name="connsiteX5" fmla="*/ 0 w 5553870"/>
              <a:gd name="connsiteY5" fmla="*/ 3898900 h 389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53870" h="3898900">
                <a:moveTo>
                  <a:pt x="0" y="0"/>
                </a:moveTo>
                <a:lnTo>
                  <a:pt x="5277945" y="0"/>
                </a:lnTo>
                <a:cubicBezTo>
                  <a:pt x="5430334" y="0"/>
                  <a:pt x="5553870" y="123536"/>
                  <a:pt x="5553870" y="275925"/>
                </a:cubicBezTo>
                <a:lnTo>
                  <a:pt x="5553870" y="3622975"/>
                </a:lnTo>
                <a:cubicBezTo>
                  <a:pt x="5553870" y="3775364"/>
                  <a:pt x="5430334" y="3898900"/>
                  <a:pt x="5277945" y="3898900"/>
                </a:cubicBezTo>
                <a:lnTo>
                  <a:pt x="0" y="38989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nb-NO" sz="1800" err="1"/>
          </a:p>
        </p:txBody>
      </p:sp>
      <p:sp>
        <p:nvSpPr>
          <p:cNvPr id="14" name="Card Title 1">
            <a:extLst>
              <a:ext uri="{FF2B5EF4-FFF2-40B4-BE49-F238E27FC236}">
                <a16:creationId xmlns:a16="http://schemas.microsoft.com/office/drawing/2014/main" id="{BFF04F26-B0FC-3FA0-E192-5295DEA73CDB}"/>
              </a:ext>
            </a:extLst>
          </p:cNvPr>
          <p:cNvSpPr>
            <a:spLocks noGrp="1"/>
          </p:cNvSpPr>
          <p:nvPr>
            <p:ph type="body" sz="quarter" idx="20" hasCustomPrompt="1"/>
          </p:nvPr>
        </p:nvSpPr>
        <p:spPr>
          <a:xfrm>
            <a:off x="6563579" y="2006601"/>
            <a:ext cx="5087012" cy="1139113"/>
          </a:xfrm>
        </p:spPr>
        <p:txBody>
          <a:bodyPr wrap="square" lIns="0" tIns="360000" rIns="360000" anchor="b" anchorCtr="0">
            <a:spAutoFit/>
          </a:bodyPr>
          <a:lstStyle>
            <a:lvl1pPr marL="0" indent="0" algn="l">
              <a:lnSpc>
                <a:spcPct val="90000"/>
              </a:lnSpc>
              <a:spcBef>
                <a:spcPts val="0"/>
              </a:spcBef>
              <a:buNone/>
              <a:defRPr sz="28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Navn Mellomnavn</a:t>
            </a:r>
            <a:br>
              <a:rPr lang="en-GB"/>
            </a:br>
            <a:r>
              <a:rPr lang="nb"/>
              <a:t>Etternavn</a:t>
            </a:r>
          </a:p>
        </p:txBody>
      </p:sp>
      <p:sp>
        <p:nvSpPr>
          <p:cNvPr id="15" name="Text 1">
            <a:extLst>
              <a:ext uri="{FF2B5EF4-FFF2-40B4-BE49-F238E27FC236}">
                <a16:creationId xmlns:a16="http://schemas.microsoft.com/office/drawing/2014/main" id="{2EEB964A-A83C-1C35-68F6-9031E4B07AED}"/>
              </a:ext>
            </a:extLst>
          </p:cNvPr>
          <p:cNvSpPr>
            <a:spLocks noGrp="1"/>
          </p:cNvSpPr>
          <p:nvPr>
            <p:ph type="body" sz="quarter" idx="24" hasCustomPrompt="1"/>
          </p:nvPr>
        </p:nvSpPr>
        <p:spPr>
          <a:xfrm>
            <a:off x="6563055" y="3261897"/>
            <a:ext cx="5087536" cy="307777"/>
          </a:xfrm>
        </p:spPr>
        <p:txBody>
          <a:bodyPr wrap="square" lIns="0" tIns="0" rIns="360000">
            <a:spAutoFit/>
          </a:bodyPr>
          <a:lstStyle>
            <a:lvl1pPr marL="0" indent="0" algn="l">
              <a:lnSpc>
                <a:spcPct val="100000"/>
              </a:lnSpc>
              <a:spcBef>
                <a:spcPts val="0"/>
              </a:spcBef>
              <a:buNone/>
              <a:defRPr sz="2000" b="0" i="0">
                <a:solidFill>
                  <a:schemeClr val="bg1"/>
                </a:solidFill>
                <a:latin typeface="+mn-lt"/>
              </a:defRPr>
            </a:lvl1pPr>
            <a:lvl2pPr marL="0" indent="0" algn="l">
              <a:lnSpc>
                <a:spcPct val="100000"/>
              </a:lnSpc>
              <a:spcBef>
                <a:spcPts val="0"/>
              </a:spcBef>
              <a:buFont typeface="Arial" panose="020B0604020202020204" pitchFamily="34" charset="0"/>
              <a:buNone/>
              <a:defRPr sz="14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Tittel / Rolle / Bedrift</a:t>
            </a:r>
            <a:endParaRPr lang="nb-NO"/>
          </a:p>
        </p:txBody>
      </p:sp>
      <p:sp>
        <p:nvSpPr>
          <p:cNvPr id="16" name="Text 1">
            <a:extLst>
              <a:ext uri="{FF2B5EF4-FFF2-40B4-BE49-F238E27FC236}">
                <a16:creationId xmlns:a16="http://schemas.microsoft.com/office/drawing/2014/main" id="{6457FFAF-C065-9EFB-BBD3-3CF6D09BE6D1}"/>
              </a:ext>
            </a:extLst>
          </p:cNvPr>
          <p:cNvSpPr>
            <a:spLocks noGrp="1"/>
          </p:cNvSpPr>
          <p:nvPr>
            <p:ph type="body" sz="quarter" idx="25" hasCustomPrompt="1"/>
          </p:nvPr>
        </p:nvSpPr>
        <p:spPr>
          <a:xfrm>
            <a:off x="6563055" y="4183016"/>
            <a:ext cx="5087011" cy="523220"/>
          </a:xfrm>
        </p:spPr>
        <p:txBody>
          <a:bodyPr wrap="square" lIns="0" tIns="0" rIns="360000">
            <a:spAutoFit/>
          </a:bodyPr>
          <a:lstStyle>
            <a:lvl1pPr marL="0" indent="0" algn="l">
              <a:lnSpc>
                <a:spcPct val="110000"/>
              </a:lnSpc>
              <a:spcBef>
                <a:spcPts val="0"/>
              </a:spcBef>
              <a:buNone/>
              <a:defRPr sz="1600" b="0" i="0">
                <a:solidFill>
                  <a:schemeClr val="bg1"/>
                </a:solidFill>
                <a:latin typeface="+mn-lt"/>
              </a:defRPr>
            </a:lvl1pPr>
            <a:lvl2pPr marL="0" indent="0" algn="l">
              <a:lnSpc>
                <a:spcPct val="110000"/>
              </a:lnSpc>
              <a:spcBef>
                <a:spcPts val="0"/>
              </a:spcBef>
              <a:buFont typeface="Arial" panose="020B0604020202020204" pitchFamily="34" charset="0"/>
              <a:buNone/>
              <a:defRPr sz="16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8" name="Date Placeholder 7">
            <a:extLst>
              <a:ext uri="{FF2B5EF4-FFF2-40B4-BE49-F238E27FC236}">
                <a16:creationId xmlns:a16="http://schemas.microsoft.com/office/drawing/2014/main" id="{0ECE9753-B30B-766E-D6EC-5D416BE5C50F}"/>
              </a:ext>
            </a:extLst>
          </p:cNvPr>
          <p:cNvSpPr>
            <a:spLocks noGrp="1"/>
          </p:cNvSpPr>
          <p:nvPr>
            <p:ph type="dt" sz="half" idx="26"/>
          </p:nvPr>
        </p:nvSpPr>
        <p:spPr/>
        <p:txBody>
          <a:bodyPr/>
          <a:lstStyle/>
          <a:p>
            <a:fld id="{5AEA6E1F-967F-3946-8ED7-7B5EB1710B74}" type="datetime1">
              <a:rPr lang="nb-NO" smtClean="0"/>
              <a:t>23.01.2026</a:t>
            </a:fld>
            <a:endParaRPr lang="en-GB"/>
          </a:p>
        </p:txBody>
      </p:sp>
      <p:sp>
        <p:nvSpPr>
          <p:cNvPr id="9" name="Footer Placeholder 8">
            <a:extLst>
              <a:ext uri="{FF2B5EF4-FFF2-40B4-BE49-F238E27FC236}">
                <a16:creationId xmlns:a16="http://schemas.microsoft.com/office/drawing/2014/main" id="{95F019E1-92AE-95B3-D764-2B26A1D4B264}"/>
              </a:ext>
            </a:extLst>
          </p:cNvPr>
          <p:cNvSpPr>
            <a:spLocks noGrp="1"/>
          </p:cNvSpPr>
          <p:nvPr>
            <p:ph type="ftr" sz="quarter" idx="27"/>
          </p:nvPr>
        </p:nvSpPr>
        <p:spPr/>
        <p:txBody>
          <a:bodyPr/>
          <a:lstStyle/>
          <a:p>
            <a:endParaRPr lang="en-GB"/>
          </a:p>
        </p:txBody>
      </p:sp>
      <p:sp>
        <p:nvSpPr>
          <p:cNvPr id="10" name="Slide Number Placeholder 9">
            <a:extLst>
              <a:ext uri="{FF2B5EF4-FFF2-40B4-BE49-F238E27FC236}">
                <a16:creationId xmlns:a16="http://schemas.microsoft.com/office/drawing/2014/main" id="{5AB8BB34-F033-4292-FF01-02AFF8385230}"/>
              </a:ext>
            </a:extLst>
          </p:cNvPr>
          <p:cNvSpPr>
            <a:spLocks noGrp="1"/>
          </p:cNvSpPr>
          <p:nvPr>
            <p:ph type="sldNum" sz="quarter" idx="28"/>
          </p:nvPr>
        </p:nvSpPr>
        <p:spPr/>
        <p:txBody>
          <a:bodyPr/>
          <a:lstStyle/>
          <a:p>
            <a:fld id="{608810A5-7811-344D-9AE9-EC83104FB54D}" type="slidenum">
              <a:rPr lang="en-GB" smtClean="0"/>
              <a:t>‹#›</a:t>
            </a:fld>
            <a:endParaRPr lang="en-GB"/>
          </a:p>
        </p:txBody>
      </p:sp>
      <p:sp>
        <p:nvSpPr>
          <p:cNvPr id="3" name="Graphic 8">
            <a:extLst>
              <a:ext uri="{FF2B5EF4-FFF2-40B4-BE49-F238E27FC236}">
                <a16:creationId xmlns:a16="http://schemas.microsoft.com/office/drawing/2014/main" id="{63977CB0-3AEC-09A9-D6E7-7EC1D6276D01}"/>
              </a:ext>
              <a:ext uri="{C183D7F6-B498-43B3-948B-1728B52AA6E4}">
                <adec:decorative xmlns:adec="http://schemas.microsoft.com/office/drawing/2017/decorative" val="1"/>
              </a:ext>
            </a:extLst>
          </p:cNvPr>
          <p:cNvSpPr>
            <a:spLocks noChangeAspect="1"/>
          </p:cNvSpPr>
          <p:nvPr/>
        </p:nvSpPr>
        <p:spPr>
          <a:xfrm>
            <a:off x="11815354" y="6503682"/>
            <a:ext cx="196988" cy="180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chemeClr val="accent1"/>
          </a:solidFill>
          <a:ln w="2177" cap="flat">
            <a:noFill/>
            <a:prstDash val="solid"/>
            <a:miter/>
          </a:ln>
        </p:spPr>
        <p:txBody>
          <a:bodyPr rtlCol="0" anchor="ctr"/>
          <a:lstStyle/>
          <a:p>
            <a:endParaRPr lang="en-US"/>
          </a:p>
        </p:txBody>
      </p:sp>
    </p:spTree>
    <p:extLst>
      <p:ext uri="{BB962C8B-B14F-4D97-AF65-F5344CB8AC3E}">
        <p14:creationId xmlns:p14="http://schemas.microsoft.com/office/powerpoint/2010/main" val="39163312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Numbered">
    <p:bg>
      <p:bgRef idx="1001">
        <a:schemeClr val="bg1"/>
      </p:bgRef>
    </p:bg>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49BBB3D2-AA50-2CB3-12E7-C5F254F7EA64}"/>
              </a:ext>
            </a:extLst>
          </p:cNvPr>
          <p:cNvSpPr>
            <a:spLocks noGrp="1"/>
          </p:cNvSpPr>
          <p:nvPr>
            <p:ph type="body" sz="quarter" idx="13" hasCustomPrompt="1"/>
          </p:nvPr>
        </p:nvSpPr>
        <p:spPr>
          <a:xfrm>
            <a:off x="3360018" y="3807298"/>
            <a:ext cx="2267265" cy="3133615"/>
          </a:xfrm>
        </p:spPr>
        <p:txBody>
          <a:bodyPr wrap="none" rIns="108000" anchor="b" anchorCtr="0">
            <a:spAutoFit/>
          </a:bodyPr>
          <a:lstStyle>
            <a:lvl1pPr marL="0" indent="0" algn="r" fontAlgn="b">
              <a:buNone/>
              <a:defRPr sz="22000" b="1" i="1" spc="-300" baseline="0">
                <a:solidFill>
                  <a:schemeClr val="accent1"/>
                </a:solidFill>
                <a:latin typeface="TelenorEvolution PPT" pitchFamily="2" charset="77"/>
              </a:defRPr>
            </a:lvl1pPr>
            <a:lvl2pPr marL="180975" indent="-176213">
              <a:buFont typeface="Arial" panose="020B0604020202020204" pitchFamily="34" charset="0"/>
              <a:buChar char="•"/>
              <a:tabLst/>
              <a:defRPr sz="1400"/>
            </a:lvl2pPr>
            <a:lvl3pPr>
              <a:defRPr sz="1400"/>
            </a:lvl3pPr>
            <a:lvl4pPr>
              <a:defRPr sz="1400"/>
            </a:lvl4pPr>
            <a:lvl5pPr>
              <a:defRPr sz="1400"/>
            </a:lvl5pPr>
          </a:lstStyle>
          <a:p>
            <a:pPr lvl="0"/>
            <a:r>
              <a:rPr lang="nb"/>
              <a:t>#</a:t>
            </a:r>
          </a:p>
        </p:txBody>
      </p:sp>
      <p:sp>
        <p:nvSpPr>
          <p:cNvPr id="7" name="Section title">
            <a:extLst>
              <a:ext uri="{FF2B5EF4-FFF2-40B4-BE49-F238E27FC236}">
                <a16:creationId xmlns:a16="http://schemas.microsoft.com/office/drawing/2014/main" id="{8728C624-8F74-6730-9C84-4E10C8362A87}"/>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1"/>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2" name="Title 1">
            <a:extLst>
              <a:ext uri="{FF2B5EF4-FFF2-40B4-BE49-F238E27FC236}">
                <a16:creationId xmlns:a16="http://schemas.microsoft.com/office/drawing/2014/main" id="{CE205FC8-5070-6E7E-6E57-D60E316FFC13}"/>
              </a:ext>
            </a:extLst>
          </p:cNvPr>
          <p:cNvSpPr>
            <a:spLocks noGrp="1"/>
          </p:cNvSpPr>
          <p:nvPr>
            <p:ph type="title" hasCustomPrompt="1"/>
          </p:nvPr>
        </p:nvSpPr>
        <p:spPr>
          <a:xfrm>
            <a:off x="540072" y="860400"/>
            <a:ext cx="5087211" cy="2889000"/>
          </a:xfrm>
        </p:spPr>
        <p:txBody>
          <a:bodyPr/>
          <a:lstStyle>
            <a:lvl1pPr>
              <a:lnSpc>
                <a:spcPct val="90000"/>
              </a:lnSpc>
              <a:defRPr>
                <a:solidFill>
                  <a:schemeClr val="tx1"/>
                </a:solidFill>
              </a:defRPr>
            </a:lvl1pPr>
          </a:lstStyle>
          <a:p>
            <a:r>
              <a:rPr lang="nb" dirty="0"/>
              <a:t>Klikk for å redigere</a:t>
            </a:r>
            <a:endParaRPr lang="nb-NO" dirty="0"/>
          </a:p>
        </p:txBody>
      </p:sp>
      <p:sp>
        <p:nvSpPr>
          <p:cNvPr id="4" name="Text Placeholder 13">
            <a:extLst>
              <a:ext uri="{FF2B5EF4-FFF2-40B4-BE49-F238E27FC236}">
                <a16:creationId xmlns:a16="http://schemas.microsoft.com/office/drawing/2014/main" id="{0C48727E-D6A1-72E4-5352-A5254C0193EA}"/>
              </a:ext>
            </a:extLst>
          </p:cNvPr>
          <p:cNvSpPr>
            <a:spLocks noGrp="1"/>
          </p:cNvSpPr>
          <p:nvPr>
            <p:ph type="body" sz="quarter" idx="15" hasCustomPrompt="1"/>
          </p:nvPr>
        </p:nvSpPr>
        <p:spPr>
          <a:xfrm>
            <a:off x="540071" y="5415337"/>
            <a:ext cx="2817360" cy="914866"/>
          </a:xfrm>
        </p:spPr>
        <p:txBody>
          <a:bodyPr wrap="square" rIns="180000" anchor="b" anchorCtr="0">
            <a:spAutoFit/>
          </a:bodyPr>
          <a:lstStyle>
            <a:lvl1pPr marL="0" indent="0">
              <a:lnSpc>
                <a:spcPct val="100000"/>
              </a:lnSpc>
              <a:spcBef>
                <a:spcPts val="0"/>
              </a:spcBef>
              <a:buNone/>
              <a:defRPr sz="1800">
                <a:solidFill>
                  <a:schemeClr val="tx1"/>
                </a:solidFill>
              </a:defRPr>
            </a:lvl1pPr>
            <a:lvl2pPr marL="180975" indent="-180000">
              <a:lnSpc>
                <a:spcPct val="100000"/>
              </a:lnSpc>
              <a:buFont typeface="Arial" panose="020B0604020202020204" pitchFamily="34" charset="0"/>
              <a:buChar char="•"/>
              <a:tabLst/>
              <a:defRPr sz="1800">
                <a:solidFill>
                  <a:schemeClr val="tx1"/>
                </a:solidFill>
              </a:defRPr>
            </a:lvl2pPr>
            <a:lvl3pPr>
              <a:defRPr sz="1400"/>
            </a:lvl3pPr>
            <a:lvl4pPr>
              <a:defRPr sz="1400"/>
            </a:lvl4pPr>
            <a:lvl5pPr>
              <a:defRPr sz="1400"/>
            </a:lvl5pPr>
          </a:lstStyle>
          <a:p>
            <a:pPr lvl="0"/>
            <a:r>
              <a:rPr lang="nb"/>
              <a:t>Klikk for å sette inn tilleggstekst</a:t>
            </a:r>
          </a:p>
          <a:p>
            <a:pPr lvl="1"/>
            <a:r>
              <a:rPr lang="nb"/>
              <a:t>Andre nivå</a:t>
            </a:r>
            <a:endParaRPr lang="nb-NO"/>
          </a:p>
        </p:txBody>
      </p:sp>
      <p:sp>
        <p:nvSpPr>
          <p:cNvPr id="10" name="Picture Placeholder 9">
            <a:extLst>
              <a:ext uri="{FF2B5EF4-FFF2-40B4-BE49-F238E27FC236}">
                <a16:creationId xmlns:a16="http://schemas.microsoft.com/office/drawing/2014/main" id="{BC00C893-5B71-7A7E-8592-0278486351B2}"/>
              </a:ext>
            </a:extLst>
          </p:cNvPr>
          <p:cNvSpPr>
            <a:spLocks noGrp="1"/>
          </p:cNvSpPr>
          <p:nvPr>
            <p:ph type="pic" sz="quarter" idx="12"/>
          </p:nvPr>
        </p:nvSpPr>
        <p:spPr bwMode="gray">
          <a:xfrm>
            <a:off x="6096407" y="0"/>
            <a:ext cx="6095593" cy="6858000"/>
          </a:xfrm>
          <a:prstGeom prst="rect">
            <a:avLst/>
          </a:prstGeom>
          <a:solidFill>
            <a:schemeClr val="bg2"/>
          </a:solidFill>
        </p:spPr>
        <p:txBody>
          <a:bodyPr wrap="square" tIns="2880000">
            <a:noAutofit/>
          </a:bodyPr>
          <a:lstStyle>
            <a:lvl1pPr marL="0" marR="0" indent="0" algn="ctr" defTabSz="914400" rtl="0" eaLnBrk="1" fontAlgn="auto" latinLnBrk="0" hangingPunct="1">
              <a:lnSpc>
                <a:spcPct val="110000"/>
              </a:lnSpc>
              <a:spcBef>
                <a:spcPts val="1000"/>
              </a:spcBef>
              <a:spcAft>
                <a:spcPts val="0"/>
              </a:spcAft>
              <a:buClr>
                <a:schemeClr val="accent1"/>
              </a:buClr>
              <a:buSzTx/>
              <a:buFont typeface="Arial" panose="020B0604020202020204" pitchFamily="34" charset="0"/>
              <a:buNone/>
              <a:tabLst/>
              <a:defRPr lang="nb-NO" sz="1400" b="0" i="0" kern="1200">
                <a:solidFill>
                  <a:schemeClr val="tx1"/>
                </a:solidFill>
                <a:latin typeface="+mn-lt"/>
                <a:ea typeface="Verdana" panose="020B0604030504040204" pitchFamily="34" charset="0"/>
                <a:cs typeface="+mn-cs"/>
                <a:sym typeface="Verdana" panose="020B0604030504040204" pitchFamily="34" charset="0"/>
              </a:defRPr>
            </a:lvl1pPr>
          </a:lstStyle>
          <a:p>
            <a:pPr marL="0" marR="0" lvl="0" indent="0" algn="ctr" defTabSz="914400" rtl="0" eaLnBrk="1" fontAlgn="auto" latinLnBrk="0" hangingPunct="1">
              <a:lnSpc>
                <a:spcPct val="110000"/>
              </a:lnSpc>
              <a:spcBef>
                <a:spcPts val="1000"/>
              </a:spcBef>
              <a:spcAft>
                <a:spcPts val="0"/>
              </a:spcAft>
              <a:buClr>
                <a:schemeClr val="accent1"/>
              </a:buClr>
              <a:buSzTx/>
              <a:buFont typeface="Arial" panose="020B0604020202020204" pitchFamily="34" charset="0"/>
              <a:buNone/>
              <a:tabLst/>
              <a:defRPr/>
            </a:pPr>
            <a:r>
              <a:rPr lang="nb-NO" noProof="0"/>
              <a:t>Klikk på ikonet for å legge til et bilde</a:t>
            </a:r>
            <a:endParaRPr lang="nb" noProof="0"/>
          </a:p>
        </p:txBody>
      </p:sp>
      <p:sp>
        <p:nvSpPr>
          <p:cNvPr id="5" name="Date Placeholder 4">
            <a:extLst>
              <a:ext uri="{FF2B5EF4-FFF2-40B4-BE49-F238E27FC236}">
                <a16:creationId xmlns:a16="http://schemas.microsoft.com/office/drawing/2014/main" id="{0F63B0A6-CF15-20C7-D78C-71C578FA962E}"/>
              </a:ext>
            </a:extLst>
          </p:cNvPr>
          <p:cNvSpPr>
            <a:spLocks noGrp="1"/>
          </p:cNvSpPr>
          <p:nvPr>
            <p:ph type="dt" sz="half" idx="16"/>
          </p:nvPr>
        </p:nvSpPr>
        <p:spPr>
          <a:xfrm>
            <a:off x="540000" y="10800000"/>
            <a:ext cx="720475" cy="151200"/>
          </a:xfrm>
        </p:spPr>
        <p:txBody>
          <a:bodyPr/>
          <a:lstStyle/>
          <a:p>
            <a:fld id="{DE6D16EF-64F2-D04A-B1F0-62CEEF8AA816}" type="datetime1">
              <a:rPr lang="nb-NO" smtClean="0"/>
              <a:t>23.01.2026</a:t>
            </a:fld>
            <a:endParaRPr lang="en-GB"/>
          </a:p>
        </p:txBody>
      </p:sp>
      <p:sp>
        <p:nvSpPr>
          <p:cNvPr id="6" name="Footer Placeholder 5">
            <a:extLst>
              <a:ext uri="{FF2B5EF4-FFF2-40B4-BE49-F238E27FC236}">
                <a16:creationId xmlns:a16="http://schemas.microsoft.com/office/drawing/2014/main" id="{97AF4B6B-7545-09B3-598C-F0CCAD6ACBA8}"/>
              </a:ext>
            </a:extLst>
          </p:cNvPr>
          <p:cNvSpPr>
            <a:spLocks noGrp="1"/>
          </p:cNvSpPr>
          <p:nvPr>
            <p:ph type="ftr" sz="quarter" idx="17"/>
          </p:nvPr>
        </p:nvSpPr>
        <p:spPr>
          <a:xfrm>
            <a:off x="1260475" y="10800000"/>
            <a:ext cx="9671049" cy="151200"/>
          </a:xfrm>
        </p:spPr>
        <p:txBody>
          <a:bodyPr/>
          <a:lstStyle/>
          <a:p>
            <a:endParaRPr lang="en-GB"/>
          </a:p>
        </p:txBody>
      </p:sp>
      <p:sp>
        <p:nvSpPr>
          <p:cNvPr id="9" name="Slide Number Placeholder 8">
            <a:extLst>
              <a:ext uri="{FF2B5EF4-FFF2-40B4-BE49-F238E27FC236}">
                <a16:creationId xmlns:a16="http://schemas.microsoft.com/office/drawing/2014/main" id="{E9A96408-94A8-AF08-B578-8C29F6CDC622}"/>
              </a:ext>
            </a:extLst>
          </p:cNvPr>
          <p:cNvSpPr>
            <a:spLocks noGrp="1"/>
          </p:cNvSpPr>
          <p:nvPr>
            <p:ph type="sldNum" sz="quarter" idx="18"/>
          </p:nvPr>
        </p:nvSpPr>
        <p:spPr/>
        <p:txBody>
          <a:bodyPr/>
          <a:lstStyle/>
          <a:p>
            <a:fld id="{608810A5-7811-344D-9AE9-EC83104FB54D}" type="slidenum">
              <a:rPr lang="en-GB" smtClean="0"/>
              <a:t>‹#›</a:t>
            </a:fld>
            <a:endParaRPr lang="en-GB"/>
          </a:p>
        </p:txBody>
      </p:sp>
      <p:sp>
        <p:nvSpPr>
          <p:cNvPr id="8" name="Text Placeholder 13">
            <a:extLst>
              <a:ext uri="{FF2B5EF4-FFF2-40B4-BE49-F238E27FC236}">
                <a16:creationId xmlns:a16="http://schemas.microsoft.com/office/drawing/2014/main" id="{C36B7A68-A840-5EF8-2E78-EA7B6A8083DC}"/>
              </a:ext>
              <a:ext uri="{C183D7F6-B498-43B3-948B-1728B52AA6E4}">
                <adec:decorative xmlns:adec="http://schemas.microsoft.com/office/drawing/2017/decorative" val="1"/>
              </a:ext>
            </a:extLst>
          </p:cNvPr>
          <p:cNvSpPr>
            <a:spLocks noGrp="1" noChangeAspect="1"/>
          </p:cNvSpPr>
          <p:nvPr>
            <p:ph type="body" sz="quarter" idx="22" hasCustomPrompt="1"/>
          </p:nvPr>
        </p:nvSpPr>
        <p:spPr>
          <a:xfrm>
            <a:off x="11811165" y="6500409"/>
            <a:ext cx="205200" cy="186545"/>
          </a:xfrm>
          <a:blipFill dpi="0" rotWithShape="1">
            <a:blip r:embed="rId2">
              <a:extLst>
                <a:ext uri="{96DAC541-7B7A-43D3-8B79-37D633B846F1}">
                  <asvg:svgBlip xmlns:asvg="http://schemas.microsoft.com/office/drawing/2016/SVG/main" r:embed="rId3"/>
                </a:ext>
              </a:extLst>
            </a:blip>
            <a:srcRect/>
            <a:stretch>
              <a:fillRect/>
            </a:stretch>
          </a:blipFill>
        </p:spPr>
        <p:txBody>
          <a:bodyPr>
            <a:normAutofit/>
          </a:bodyPr>
          <a:lstStyle>
            <a:lvl1pPr marL="6350" indent="0">
              <a:buNone/>
              <a:tabLst/>
              <a:defRPr sz="100">
                <a:solidFill>
                  <a:schemeClr val="bg2"/>
                </a:solidFill>
              </a:defRPr>
            </a:lvl1pPr>
            <a:lvl2pPr marL="6350" indent="0">
              <a:buNone/>
              <a:tabLst/>
              <a:defRPr sz="100"/>
            </a:lvl2pPr>
            <a:lvl3pPr marL="6350" indent="0">
              <a:buNone/>
              <a:tabLst/>
              <a:defRPr sz="100"/>
            </a:lvl3pPr>
            <a:lvl4pPr marL="6350" indent="0">
              <a:buNone/>
              <a:tabLst/>
              <a:defRPr sz="100"/>
            </a:lvl4pPr>
            <a:lvl5pPr marL="6350" indent="0">
              <a:buNone/>
              <a:tabLst/>
              <a:defRPr sz="100"/>
            </a:lvl5pPr>
          </a:lstStyle>
          <a:p>
            <a:pPr lvl="0"/>
            <a:r>
              <a:rPr lang="nb"/>
              <a:t>T</a:t>
            </a:r>
          </a:p>
        </p:txBody>
      </p:sp>
    </p:spTree>
    <p:extLst>
      <p:ext uri="{BB962C8B-B14F-4D97-AF65-F5344CB8AC3E}">
        <p14:creationId xmlns:p14="http://schemas.microsoft.com/office/powerpoint/2010/main" val="11521458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svg="http://schemas.microsoft.com/office/drawing/2016/SVG/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Text Mid">
    <p:bg>
      <p:bgRef idx="1001">
        <a:schemeClr val="bg2"/>
      </p:bgRef>
    </p:bg>
    <p:spTree>
      <p:nvGrpSpPr>
        <p:cNvPr id="1" name=""/>
        <p:cNvGrpSpPr/>
        <p:nvPr/>
      </p:nvGrpSpPr>
      <p:grpSpPr>
        <a:xfrm>
          <a:off x="0" y="0"/>
          <a:ext cx="0" cy="0"/>
          <a:chOff x="0" y="0"/>
          <a:chExt cx="0" cy="0"/>
        </a:xfrm>
      </p:grpSpPr>
      <p:sp>
        <p:nvSpPr>
          <p:cNvPr id="9" name="Section title">
            <a:extLst>
              <a:ext uri="{FF2B5EF4-FFF2-40B4-BE49-F238E27FC236}">
                <a16:creationId xmlns:a16="http://schemas.microsoft.com/office/drawing/2014/main" id="{0501F295-BAAF-59A9-812D-E95731BA4BA9}"/>
              </a:ext>
            </a:extLst>
          </p:cNvPr>
          <p:cNvSpPr>
            <a:spLocks noGrp="1"/>
          </p:cNvSpPr>
          <p:nvPr>
            <p:ph type="body" sz="quarter" idx="16"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4" name="Text 1">
            <a:extLst>
              <a:ext uri="{FF2B5EF4-FFF2-40B4-BE49-F238E27FC236}">
                <a16:creationId xmlns:a16="http://schemas.microsoft.com/office/drawing/2014/main" id="{4CB1A266-BD7F-CCAC-0611-83037F0EE4AF}"/>
              </a:ext>
            </a:extLst>
          </p:cNvPr>
          <p:cNvSpPr>
            <a:spLocks noGrp="1"/>
          </p:cNvSpPr>
          <p:nvPr>
            <p:ph type="body" sz="quarter" idx="19" hasCustomPrompt="1"/>
          </p:nvPr>
        </p:nvSpPr>
        <p:spPr>
          <a:xfrm>
            <a:off x="539820" y="905312"/>
            <a:ext cx="4481062" cy="902246"/>
          </a:xfrm>
          <a:solidFill>
            <a:schemeClr val="tx2"/>
          </a:solidFill>
          <a:ln>
            <a:noFill/>
          </a:ln>
        </p:spPr>
        <p:txBody>
          <a:bodyPr wrap="none" lIns="144000" tIns="108000" rIns="144000" bIns="54000" anchor="ctr" anchorCtr="0">
            <a:spAutoFit/>
          </a:bodyPr>
          <a:lstStyle>
            <a:lvl1pPr marL="0" indent="0" algn="l" fontAlgn="b">
              <a:lnSpc>
                <a:spcPct val="80000"/>
              </a:lnSpc>
              <a:spcBef>
                <a:spcPts val="0"/>
              </a:spcBef>
              <a:buNone/>
              <a:defRPr sz="6000" b="1" i="1">
                <a:solidFill>
                  <a:schemeClr val="bg1"/>
                </a:solidFill>
                <a:latin typeface="+mj-lt"/>
              </a:defRPr>
            </a:lvl1pPr>
            <a:lvl2pPr marL="216000" indent="0">
              <a:buNone/>
              <a:defRPr/>
            </a:lvl2pPr>
            <a:lvl3pPr marL="468000" indent="0">
              <a:buNone/>
              <a:defRPr/>
            </a:lvl3pPr>
            <a:lvl4pPr marL="720000" indent="0">
              <a:buNone/>
              <a:defRPr/>
            </a:lvl4pPr>
            <a:lvl5pPr marL="938213" indent="0">
              <a:buNone/>
              <a:defRPr/>
            </a:lvl5pPr>
          </a:lstStyle>
          <a:p>
            <a:pPr lvl="0"/>
            <a:r>
              <a:rPr lang="nb" dirty="0"/>
              <a:t>Første linje</a:t>
            </a:r>
            <a:endParaRPr lang="nb-NO" dirty="0"/>
          </a:p>
        </p:txBody>
      </p:sp>
      <p:sp>
        <p:nvSpPr>
          <p:cNvPr id="12" name="Text 2">
            <a:extLst>
              <a:ext uri="{FF2B5EF4-FFF2-40B4-BE49-F238E27FC236}">
                <a16:creationId xmlns:a16="http://schemas.microsoft.com/office/drawing/2014/main" id="{312E53E7-51D7-32AE-9A88-2F5EF272E49C}"/>
              </a:ext>
            </a:extLst>
          </p:cNvPr>
          <p:cNvSpPr>
            <a:spLocks noGrp="1"/>
          </p:cNvSpPr>
          <p:nvPr>
            <p:ph type="body" sz="quarter" idx="24" hasCustomPrompt="1"/>
          </p:nvPr>
        </p:nvSpPr>
        <p:spPr>
          <a:xfrm>
            <a:off x="539820" y="1790912"/>
            <a:ext cx="4376867" cy="902246"/>
          </a:xfrm>
          <a:solidFill>
            <a:schemeClr val="tx2"/>
          </a:solidFill>
          <a:ln>
            <a:noFill/>
          </a:ln>
        </p:spPr>
        <p:txBody>
          <a:bodyPr wrap="none" lIns="144000" tIns="108000" rIns="144000" bIns="54000" anchor="ctr" anchorCtr="0">
            <a:spAutoFit/>
          </a:bodyPr>
          <a:lstStyle>
            <a:lvl1pPr marL="0" indent="0" algn="l" fontAlgn="b">
              <a:lnSpc>
                <a:spcPct val="80000"/>
              </a:lnSpc>
              <a:spcBef>
                <a:spcPts val="0"/>
              </a:spcBef>
              <a:buNone/>
              <a:defRPr sz="6000" b="1" i="1">
                <a:solidFill>
                  <a:schemeClr val="bg1"/>
                </a:solidFill>
                <a:latin typeface="+mj-lt"/>
              </a:defRPr>
            </a:lvl1pPr>
            <a:lvl2pPr marL="216000" indent="0">
              <a:buNone/>
              <a:defRPr/>
            </a:lvl2pPr>
            <a:lvl3pPr marL="468000" indent="0">
              <a:buNone/>
              <a:defRPr/>
            </a:lvl3pPr>
            <a:lvl4pPr marL="720000" indent="0">
              <a:buNone/>
              <a:defRPr/>
            </a:lvl4pPr>
            <a:lvl5pPr marL="938213" indent="0">
              <a:buNone/>
              <a:defRPr/>
            </a:lvl5pPr>
          </a:lstStyle>
          <a:p>
            <a:pPr lvl="0"/>
            <a:r>
              <a:rPr lang="nb" dirty="0"/>
              <a:t>Andre linje</a:t>
            </a:r>
            <a:endParaRPr lang="nb-NO" dirty="0"/>
          </a:p>
        </p:txBody>
      </p:sp>
      <p:sp>
        <p:nvSpPr>
          <p:cNvPr id="3" name="Text Placeholder 13">
            <a:extLst>
              <a:ext uri="{FF2B5EF4-FFF2-40B4-BE49-F238E27FC236}">
                <a16:creationId xmlns:a16="http://schemas.microsoft.com/office/drawing/2014/main" id="{63CF780C-4B46-044F-B5B5-D7C0E1906D79}"/>
              </a:ext>
            </a:extLst>
          </p:cNvPr>
          <p:cNvSpPr>
            <a:spLocks noGrp="1"/>
          </p:cNvSpPr>
          <p:nvPr>
            <p:ph type="body" sz="quarter" idx="13" hasCustomPrompt="1"/>
          </p:nvPr>
        </p:nvSpPr>
        <p:spPr>
          <a:xfrm>
            <a:off x="539820" y="5664635"/>
            <a:ext cx="5087462" cy="665567"/>
          </a:xfrm>
        </p:spPr>
        <p:txBody>
          <a:bodyPr anchor="b" anchorCtr="0">
            <a:spAutoFit/>
          </a:bodyPr>
          <a:lstStyle>
            <a:lvl1pPr marL="0" indent="0">
              <a:lnSpc>
                <a:spcPct val="110000"/>
              </a:lnSpc>
              <a:spcBef>
                <a:spcPts val="0"/>
              </a:spcBef>
              <a:buNone/>
              <a:defRPr sz="1800">
                <a:solidFill>
                  <a:schemeClr val="tx1"/>
                </a:solidFill>
              </a:defRPr>
            </a:lvl1pPr>
            <a:lvl2pPr marL="180975" indent="-180000">
              <a:lnSpc>
                <a:spcPct val="110000"/>
              </a:lnSpc>
              <a:buFont typeface="Arial" panose="020B0604020202020204" pitchFamily="34" charset="0"/>
              <a:buChar char="•"/>
              <a:tabLst/>
              <a:defRPr sz="18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5" name="Date Placeholder 4">
            <a:extLst>
              <a:ext uri="{FF2B5EF4-FFF2-40B4-BE49-F238E27FC236}">
                <a16:creationId xmlns:a16="http://schemas.microsoft.com/office/drawing/2014/main" id="{C7C78F10-F851-E87B-1E51-A098D054FD3C}"/>
              </a:ext>
            </a:extLst>
          </p:cNvPr>
          <p:cNvSpPr>
            <a:spLocks noGrp="1"/>
          </p:cNvSpPr>
          <p:nvPr>
            <p:ph type="dt" sz="half" idx="21"/>
          </p:nvPr>
        </p:nvSpPr>
        <p:spPr>
          <a:xfrm>
            <a:off x="540000" y="10800000"/>
            <a:ext cx="720475" cy="151200"/>
          </a:xfrm>
        </p:spPr>
        <p:txBody>
          <a:bodyPr/>
          <a:lstStyle/>
          <a:p>
            <a:fld id="{35D4DDAD-2E1F-C244-A39B-2071E720CF0E}" type="datetime1">
              <a:rPr lang="nb-NO" smtClean="0"/>
              <a:t>23.01.2026</a:t>
            </a:fld>
            <a:endParaRPr lang="en-GB"/>
          </a:p>
        </p:txBody>
      </p:sp>
      <p:sp>
        <p:nvSpPr>
          <p:cNvPr id="10" name="Footer Placeholder 9">
            <a:extLst>
              <a:ext uri="{FF2B5EF4-FFF2-40B4-BE49-F238E27FC236}">
                <a16:creationId xmlns:a16="http://schemas.microsoft.com/office/drawing/2014/main" id="{CE74DD96-AB5B-830E-2826-E6C691F5C3CE}"/>
              </a:ext>
            </a:extLst>
          </p:cNvPr>
          <p:cNvSpPr>
            <a:spLocks noGrp="1"/>
          </p:cNvSpPr>
          <p:nvPr>
            <p:ph type="ftr" sz="quarter" idx="22"/>
          </p:nvPr>
        </p:nvSpPr>
        <p:spPr>
          <a:xfrm>
            <a:off x="1260475"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5F54C595-8626-9C80-6ABA-BFB173793977}"/>
              </a:ext>
            </a:extLst>
          </p:cNvPr>
          <p:cNvSpPr>
            <a:spLocks noGrp="1"/>
          </p:cNvSpPr>
          <p:nvPr>
            <p:ph type="sldNum" sz="quarter" idx="23"/>
          </p:nvPr>
        </p:nvSpPr>
        <p:spPr/>
        <p:txBody>
          <a:bodyPr/>
          <a:lstStyle/>
          <a:p>
            <a:fld id="{608810A5-7811-344D-9AE9-EC83104FB54D}" type="slidenum">
              <a:rPr lang="en-GB" smtClean="0"/>
              <a:t>‹#›</a:t>
            </a:fld>
            <a:endParaRPr lang="en-GB"/>
          </a:p>
        </p:txBody>
      </p:sp>
      <p:sp>
        <p:nvSpPr>
          <p:cNvPr id="2" name="TekstSylinder 50">
            <a:extLst>
              <a:ext uri="{FF2B5EF4-FFF2-40B4-BE49-F238E27FC236}">
                <a16:creationId xmlns:a16="http://schemas.microsoft.com/office/drawing/2014/main" id="{2CE8E08E-6D30-C34A-E0DD-101C2A31EE38}"/>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6429845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Text Soft">
    <p:bg>
      <p:bgRef idx="1001">
        <a:schemeClr val="bg2"/>
      </p:bgRef>
    </p:bg>
    <p:spTree>
      <p:nvGrpSpPr>
        <p:cNvPr id="1" name=""/>
        <p:cNvGrpSpPr/>
        <p:nvPr/>
      </p:nvGrpSpPr>
      <p:grpSpPr>
        <a:xfrm>
          <a:off x="0" y="0"/>
          <a:ext cx="0" cy="0"/>
          <a:chOff x="0" y="0"/>
          <a:chExt cx="0" cy="0"/>
        </a:xfrm>
      </p:grpSpPr>
      <p:sp>
        <p:nvSpPr>
          <p:cNvPr id="9" name="Section title">
            <a:extLst>
              <a:ext uri="{FF2B5EF4-FFF2-40B4-BE49-F238E27FC236}">
                <a16:creationId xmlns:a16="http://schemas.microsoft.com/office/drawing/2014/main" id="{0501F295-BAAF-59A9-812D-E95731BA4BA9}"/>
              </a:ext>
            </a:extLst>
          </p:cNvPr>
          <p:cNvSpPr>
            <a:spLocks noGrp="1"/>
          </p:cNvSpPr>
          <p:nvPr>
            <p:ph type="body" sz="quarter" idx="16"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1"/>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4" name="Text 1">
            <a:extLst>
              <a:ext uri="{FF2B5EF4-FFF2-40B4-BE49-F238E27FC236}">
                <a16:creationId xmlns:a16="http://schemas.microsoft.com/office/drawing/2014/main" id="{4CB1A266-BD7F-CCAC-0611-83037F0EE4AF}"/>
              </a:ext>
            </a:extLst>
          </p:cNvPr>
          <p:cNvSpPr>
            <a:spLocks noGrp="1"/>
          </p:cNvSpPr>
          <p:nvPr>
            <p:ph type="body" sz="quarter" idx="19" hasCustomPrompt="1"/>
          </p:nvPr>
        </p:nvSpPr>
        <p:spPr>
          <a:xfrm>
            <a:off x="539820" y="905312"/>
            <a:ext cx="4481062" cy="902246"/>
          </a:xfrm>
          <a:solidFill>
            <a:schemeClr val="tx1"/>
          </a:solidFill>
          <a:ln>
            <a:noFill/>
          </a:ln>
        </p:spPr>
        <p:txBody>
          <a:bodyPr wrap="none" lIns="144000" tIns="108000" rIns="144000" bIns="54000" anchor="ctr" anchorCtr="0">
            <a:spAutoFit/>
          </a:bodyPr>
          <a:lstStyle>
            <a:lvl1pPr marL="0" indent="0" algn="l" fontAlgn="b">
              <a:lnSpc>
                <a:spcPct val="80000"/>
              </a:lnSpc>
              <a:spcBef>
                <a:spcPts val="0"/>
              </a:spcBef>
              <a:buNone/>
              <a:defRPr sz="6000" b="1" i="1">
                <a:solidFill>
                  <a:schemeClr val="accent1"/>
                </a:solidFill>
                <a:latin typeface="+mj-lt"/>
              </a:defRPr>
            </a:lvl1pPr>
            <a:lvl2pPr marL="216000" indent="0">
              <a:buNone/>
              <a:defRPr/>
            </a:lvl2pPr>
            <a:lvl3pPr marL="468000" indent="0">
              <a:buNone/>
              <a:defRPr/>
            </a:lvl3pPr>
            <a:lvl4pPr marL="720000" indent="0">
              <a:buNone/>
              <a:defRPr/>
            </a:lvl4pPr>
            <a:lvl5pPr marL="938213" indent="0">
              <a:buNone/>
              <a:defRPr/>
            </a:lvl5pPr>
          </a:lstStyle>
          <a:p>
            <a:pPr lvl="0"/>
            <a:r>
              <a:rPr lang="nb" dirty="0"/>
              <a:t>Første linje</a:t>
            </a:r>
            <a:endParaRPr lang="nb-NO" dirty="0"/>
          </a:p>
        </p:txBody>
      </p:sp>
      <p:sp>
        <p:nvSpPr>
          <p:cNvPr id="12" name="Text 2">
            <a:extLst>
              <a:ext uri="{FF2B5EF4-FFF2-40B4-BE49-F238E27FC236}">
                <a16:creationId xmlns:a16="http://schemas.microsoft.com/office/drawing/2014/main" id="{312E53E7-51D7-32AE-9A88-2F5EF272E49C}"/>
              </a:ext>
            </a:extLst>
          </p:cNvPr>
          <p:cNvSpPr>
            <a:spLocks noGrp="1"/>
          </p:cNvSpPr>
          <p:nvPr>
            <p:ph type="body" sz="quarter" idx="24" hasCustomPrompt="1"/>
          </p:nvPr>
        </p:nvSpPr>
        <p:spPr>
          <a:xfrm>
            <a:off x="539820" y="1790912"/>
            <a:ext cx="4376867" cy="902246"/>
          </a:xfrm>
          <a:solidFill>
            <a:schemeClr val="tx1"/>
          </a:solidFill>
          <a:ln>
            <a:noFill/>
          </a:ln>
        </p:spPr>
        <p:txBody>
          <a:bodyPr wrap="none" lIns="144000" tIns="108000" rIns="144000" bIns="54000" anchor="ctr" anchorCtr="0">
            <a:spAutoFit/>
          </a:bodyPr>
          <a:lstStyle>
            <a:lvl1pPr marL="0" indent="0" algn="l" fontAlgn="b">
              <a:lnSpc>
                <a:spcPct val="80000"/>
              </a:lnSpc>
              <a:spcBef>
                <a:spcPts val="0"/>
              </a:spcBef>
              <a:buNone/>
              <a:defRPr sz="6000" b="1" i="1">
                <a:solidFill>
                  <a:schemeClr val="accent1"/>
                </a:solidFill>
                <a:latin typeface="+mj-lt"/>
              </a:defRPr>
            </a:lvl1pPr>
            <a:lvl2pPr marL="216000" indent="0">
              <a:buNone/>
              <a:defRPr/>
            </a:lvl2pPr>
            <a:lvl3pPr marL="468000" indent="0">
              <a:buNone/>
              <a:defRPr/>
            </a:lvl3pPr>
            <a:lvl4pPr marL="720000" indent="0">
              <a:buNone/>
              <a:defRPr/>
            </a:lvl4pPr>
            <a:lvl5pPr marL="938213" indent="0">
              <a:buNone/>
              <a:defRPr/>
            </a:lvl5pPr>
          </a:lstStyle>
          <a:p>
            <a:pPr lvl="0"/>
            <a:r>
              <a:rPr lang="nb" dirty="0"/>
              <a:t>Andre linje</a:t>
            </a:r>
            <a:endParaRPr lang="nb-NO" dirty="0"/>
          </a:p>
        </p:txBody>
      </p:sp>
      <p:sp>
        <p:nvSpPr>
          <p:cNvPr id="3" name="Text Placeholder 13">
            <a:extLst>
              <a:ext uri="{FF2B5EF4-FFF2-40B4-BE49-F238E27FC236}">
                <a16:creationId xmlns:a16="http://schemas.microsoft.com/office/drawing/2014/main" id="{63CF780C-4B46-044F-B5B5-D7C0E1906D79}"/>
              </a:ext>
            </a:extLst>
          </p:cNvPr>
          <p:cNvSpPr>
            <a:spLocks noGrp="1"/>
          </p:cNvSpPr>
          <p:nvPr>
            <p:ph type="body" sz="quarter" idx="13" hasCustomPrompt="1"/>
          </p:nvPr>
        </p:nvSpPr>
        <p:spPr>
          <a:xfrm>
            <a:off x="539820" y="5664635"/>
            <a:ext cx="5087462" cy="665567"/>
          </a:xfrm>
        </p:spPr>
        <p:txBody>
          <a:bodyPr anchor="b" anchorCtr="0">
            <a:spAutoFit/>
          </a:bodyPr>
          <a:lstStyle>
            <a:lvl1pPr marL="0" indent="0">
              <a:lnSpc>
                <a:spcPct val="110000"/>
              </a:lnSpc>
              <a:spcBef>
                <a:spcPts val="0"/>
              </a:spcBef>
              <a:buNone/>
              <a:defRPr sz="1800">
                <a:solidFill>
                  <a:schemeClr val="tx1"/>
                </a:solidFill>
              </a:defRPr>
            </a:lvl1pPr>
            <a:lvl2pPr marL="180975" indent="-180000">
              <a:lnSpc>
                <a:spcPct val="110000"/>
              </a:lnSpc>
              <a:buFont typeface="Arial" panose="020B0604020202020204" pitchFamily="34" charset="0"/>
              <a:buChar char="•"/>
              <a:tabLst/>
              <a:defRPr sz="18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5" name="Date Placeholder 4">
            <a:extLst>
              <a:ext uri="{FF2B5EF4-FFF2-40B4-BE49-F238E27FC236}">
                <a16:creationId xmlns:a16="http://schemas.microsoft.com/office/drawing/2014/main" id="{C7C78F10-F851-E87B-1E51-A098D054FD3C}"/>
              </a:ext>
            </a:extLst>
          </p:cNvPr>
          <p:cNvSpPr>
            <a:spLocks noGrp="1"/>
          </p:cNvSpPr>
          <p:nvPr>
            <p:ph type="dt" sz="half" idx="21"/>
          </p:nvPr>
        </p:nvSpPr>
        <p:spPr>
          <a:xfrm>
            <a:off x="540000" y="10800000"/>
            <a:ext cx="720475" cy="151200"/>
          </a:xfrm>
        </p:spPr>
        <p:txBody>
          <a:bodyPr/>
          <a:lstStyle/>
          <a:p>
            <a:fld id="{680F084E-3EA5-8A4A-95AE-FC4565F938AB}" type="datetime1">
              <a:rPr lang="nb-NO" smtClean="0"/>
              <a:t>23.01.2026</a:t>
            </a:fld>
            <a:endParaRPr lang="en-GB"/>
          </a:p>
        </p:txBody>
      </p:sp>
      <p:sp>
        <p:nvSpPr>
          <p:cNvPr id="10" name="Footer Placeholder 9">
            <a:extLst>
              <a:ext uri="{FF2B5EF4-FFF2-40B4-BE49-F238E27FC236}">
                <a16:creationId xmlns:a16="http://schemas.microsoft.com/office/drawing/2014/main" id="{CE74DD96-AB5B-830E-2826-E6C691F5C3CE}"/>
              </a:ext>
            </a:extLst>
          </p:cNvPr>
          <p:cNvSpPr>
            <a:spLocks noGrp="1"/>
          </p:cNvSpPr>
          <p:nvPr>
            <p:ph type="ftr" sz="quarter" idx="22"/>
          </p:nvPr>
        </p:nvSpPr>
        <p:spPr>
          <a:xfrm>
            <a:off x="1260475"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5F54C595-8626-9C80-6ABA-BFB173793977}"/>
              </a:ext>
            </a:extLst>
          </p:cNvPr>
          <p:cNvSpPr>
            <a:spLocks noGrp="1"/>
          </p:cNvSpPr>
          <p:nvPr>
            <p:ph type="sldNum" sz="quarter" idx="23"/>
          </p:nvPr>
        </p:nvSpPr>
        <p:spPr/>
        <p:txBody>
          <a:bodyPr/>
          <a:lstStyle/>
          <a:p>
            <a:fld id="{608810A5-7811-344D-9AE9-EC83104FB54D}" type="slidenum">
              <a:rPr lang="en-GB" smtClean="0"/>
              <a:t>‹#›</a:t>
            </a:fld>
            <a:endParaRPr lang="en-GB"/>
          </a:p>
        </p:txBody>
      </p:sp>
      <p:sp>
        <p:nvSpPr>
          <p:cNvPr id="7" name="TekstSylinder 50">
            <a:extLst>
              <a:ext uri="{FF2B5EF4-FFF2-40B4-BE49-F238E27FC236}">
                <a16:creationId xmlns:a16="http://schemas.microsoft.com/office/drawing/2014/main" id="{77EE2D2F-82FE-CED0-3A1A-CEFCB89638A2}"/>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40659622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 Image Mid">
    <p:bg>
      <p:bgRef idx="1001">
        <a:schemeClr val="bg2"/>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2681-D8EB-DB5B-543C-E290BF9BAAED}"/>
              </a:ext>
            </a:extLst>
          </p:cNvPr>
          <p:cNvSpPr>
            <a:spLocks noGrp="1"/>
          </p:cNvSpPr>
          <p:nvPr>
            <p:ph type="pic" sz="quarter" idx="12"/>
          </p:nvPr>
        </p:nvSpPr>
        <p:spPr bwMode="gray">
          <a:xfrm>
            <a:off x="0" y="0"/>
            <a:ext cx="6095593" cy="6858000"/>
          </a:xfrm>
          <a:prstGeom prst="rect">
            <a:avLst/>
          </a:prstGeom>
          <a:solidFill>
            <a:schemeClr val="bg1"/>
          </a:solidFill>
        </p:spPr>
        <p:txBody>
          <a:bodyPr wrap="square" tIns="2880000" bIns="0" anchor="t" anchorCtr="0">
            <a:noAutofit/>
          </a:bodyPr>
          <a:lstStyle>
            <a:lvl1pPr marL="0" indent="0" algn="ctr">
              <a:buNone/>
              <a:defRPr sz="1200"/>
            </a:lvl1pPr>
          </a:lstStyle>
          <a:p>
            <a:r>
              <a:rPr lang="nb-NO"/>
              <a:t>Klikk på ikonet for å legge til et bilde</a:t>
            </a:r>
          </a:p>
        </p:txBody>
      </p:sp>
      <p:sp>
        <p:nvSpPr>
          <p:cNvPr id="3" name="Title 2">
            <a:extLst>
              <a:ext uri="{FF2B5EF4-FFF2-40B4-BE49-F238E27FC236}">
                <a16:creationId xmlns:a16="http://schemas.microsoft.com/office/drawing/2014/main" id="{BA9C3891-5BB6-C831-3C45-A2BF883908DA}"/>
              </a:ext>
            </a:extLst>
          </p:cNvPr>
          <p:cNvSpPr>
            <a:spLocks noGrp="1"/>
          </p:cNvSpPr>
          <p:nvPr>
            <p:ph type="title" hasCustomPrompt="1"/>
          </p:nvPr>
        </p:nvSpPr>
        <p:spPr>
          <a:xfrm>
            <a:off x="540070" y="540001"/>
            <a:ext cx="9001172" cy="1818959"/>
          </a:xfrm>
        </p:spPr>
        <p:txBody>
          <a:bodyPr>
            <a:spAutoFit/>
          </a:bodyPr>
          <a:lstStyle>
            <a:lvl1pPr>
              <a:lnSpc>
                <a:spcPct val="80000"/>
              </a:lnSpc>
              <a:defRPr sz="7200" b="1" i="1">
                <a:solidFill>
                  <a:schemeClr val="tx1"/>
                </a:solidFill>
                <a:latin typeface="+mj-lt"/>
              </a:defRPr>
            </a:lvl1pPr>
          </a:lstStyle>
          <a:p>
            <a:r>
              <a:rPr lang="nb"/>
              <a:t>Overskrift kort og stor</a:t>
            </a:r>
            <a:endParaRPr lang="nb-NO"/>
          </a:p>
        </p:txBody>
      </p:sp>
      <p:sp>
        <p:nvSpPr>
          <p:cNvPr id="2" name="Text Placeholder 13">
            <a:extLst>
              <a:ext uri="{FF2B5EF4-FFF2-40B4-BE49-F238E27FC236}">
                <a16:creationId xmlns:a16="http://schemas.microsoft.com/office/drawing/2014/main" id="{8947E4BA-2F4F-D222-D173-AC11D80B6041}"/>
              </a:ext>
            </a:extLst>
          </p:cNvPr>
          <p:cNvSpPr>
            <a:spLocks noGrp="1"/>
          </p:cNvSpPr>
          <p:nvPr>
            <p:ph type="body" sz="quarter" idx="13" hasCustomPrompt="1"/>
          </p:nvPr>
        </p:nvSpPr>
        <p:spPr>
          <a:xfrm>
            <a:off x="6571769" y="5664635"/>
            <a:ext cx="5087462" cy="665567"/>
          </a:xfrm>
        </p:spPr>
        <p:txBody>
          <a:bodyPr anchor="b" anchorCtr="0">
            <a:spAutoFit/>
          </a:bodyPr>
          <a:lstStyle>
            <a:lvl1pPr marL="0" indent="0">
              <a:lnSpc>
                <a:spcPct val="110000"/>
              </a:lnSpc>
              <a:spcBef>
                <a:spcPts val="0"/>
              </a:spcBef>
              <a:buNone/>
              <a:defRPr sz="1800">
                <a:solidFill>
                  <a:schemeClr val="tx1"/>
                </a:solidFill>
              </a:defRPr>
            </a:lvl1pPr>
            <a:lvl2pPr marL="180975" indent="-180000">
              <a:buFont typeface="Arial" panose="020B0604020202020204" pitchFamily="34" charset="0"/>
              <a:buChar char="•"/>
              <a:tabLst/>
              <a:defRPr sz="18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6" name="Date Placeholder 5">
            <a:extLst>
              <a:ext uri="{FF2B5EF4-FFF2-40B4-BE49-F238E27FC236}">
                <a16:creationId xmlns:a16="http://schemas.microsoft.com/office/drawing/2014/main" id="{00E74003-45A9-AD3F-87C3-DF5C13BC4322}"/>
              </a:ext>
            </a:extLst>
          </p:cNvPr>
          <p:cNvSpPr>
            <a:spLocks noGrp="1"/>
          </p:cNvSpPr>
          <p:nvPr>
            <p:ph type="dt" sz="half" idx="14"/>
          </p:nvPr>
        </p:nvSpPr>
        <p:spPr>
          <a:xfrm>
            <a:off x="540000" y="10800000"/>
            <a:ext cx="720475" cy="151200"/>
          </a:xfrm>
        </p:spPr>
        <p:txBody>
          <a:bodyPr/>
          <a:lstStyle/>
          <a:p>
            <a:fld id="{8BE9A0AE-6586-EC40-B649-AB4FE0ACD219}" type="datetime1">
              <a:rPr lang="nb-NO" smtClean="0"/>
              <a:t>23.01.2026</a:t>
            </a:fld>
            <a:endParaRPr lang="en-GB"/>
          </a:p>
        </p:txBody>
      </p:sp>
      <p:sp>
        <p:nvSpPr>
          <p:cNvPr id="9" name="Footer Placeholder 8">
            <a:extLst>
              <a:ext uri="{FF2B5EF4-FFF2-40B4-BE49-F238E27FC236}">
                <a16:creationId xmlns:a16="http://schemas.microsoft.com/office/drawing/2014/main" id="{A4743BCB-BD23-5950-258D-F5449DF67B0F}"/>
              </a:ext>
            </a:extLst>
          </p:cNvPr>
          <p:cNvSpPr>
            <a:spLocks noGrp="1"/>
          </p:cNvSpPr>
          <p:nvPr>
            <p:ph type="ftr" sz="quarter" idx="15"/>
          </p:nvPr>
        </p:nvSpPr>
        <p:spPr>
          <a:xfrm>
            <a:off x="1260475" y="10800000"/>
            <a:ext cx="9671049" cy="151200"/>
          </a:xfrm>
        </p:spPr>
        <p:txBody>
          <a:bodyPr/>
          <a:lstStyle/>
          <a:p>
            <a:endParaRPr lang="en-GB"/>
          </a:p>
        </p:txBody>
      </p:sp>
      <p:sp>
        <p:nvSpPr>
          <p:cNvPr id="10" name="Slide Number Placeholder 9">
            <a:extLst>
              <a:ext uri="{FF2B5EF4-FFF2-40B4-BE49-F238E27FC236}">
                <a16:creationId xmlns:a16="http://schemas.microsoft.com/office/drawing/2014/main" id="{AD20F3CE-86E8-370C-D224-1509A924EB27}"/>
              </a:ext>
            </a:extLst>
          </p:cNvPr>
          <p:cNvSpPr>
            <a:spLocks noGrp="1"/>
          </p:cNvSpPr>
          <p:nvPr>
            <p:ph type="sldNum" sz="quarter" idx="16"/>
          </p:nvPr>
        </p:nvSpPr>
        <p:spPr/>
        <p:txBody>
          <a:bodyPr/>
          <a:lstStyle/>
          <a:p>
            <a:fld id="{608810A5-7811-344D-9AE9-EC83104FB54D}" type="slidenum">
              <a:rPr lang="en-GB" smtClean="0"/>
              <a:t>‹#›</a:t>
            </a:fld>
            <a:endParaRPr lang="en-GB"/>
          </a:p>
        </p:txBody>
      </p:sp>
      <p:sp>
        <p:nvSpPr>
          <p:cNvPr id="8" name="TekstSylinder 50">
            <a:extLst>
              <a:ext uri="{FF2B5EF4-FFF2-40B4-BE49-F238E27FC236}">
                <a16:creationId xmlns:a16="http://schemas.microsoft.com/office/drawing/2014/main" id="{720C9D3F-4A05-4C35-2EE4-97983B05616D}"/>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side av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1849647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vider Image Soft">
    <p:bg>
      <p:bgRef idx="1001">
        <a:schemeClr val="bg2"/>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2681-D8EB-DB5B-543C-E290BF9BAAED}"/>
              </a:ext>
            </a:extLst>
          </p:cNvPr>
          <p:cNvSpPr>
            <a:spLocks noGrp="1"/>
          </p:cNvSpPr>
          <p:nvPr>
            <p:ph type="pic" sz="quarter" idx="12"/>
          </p:nvPr>
        </p:nvSpPr>
        <p:spPr bwMode="gray">
          <a:xfrm>
            <a:off x="0" y="0"/>
            <a:ext cx="6095593" cy="6858000"/>
          </a:xfrm>
          <a:prstGeom prst="rect">
            <a:avLst/>
          </a:prstGeom>
          <a:solidFill>
            <a:schemeClr val="bg1"/>
          </a:solidFill>
        </p:spPr>
        <p:txBody>
          <a:bodyPr wrap="square" tIns="2880000" bIns="0" anchor="t" anchorCtr="0">
            <a:noAutofit/>
          </a:bodyPr>
          <a:lstStyle>
            <a:lvl1pPr marL="0" indent="0" algn="ctr">
              <a:buNone/>
              <a:defRPr sz="1200"/>
            </a:lvl1pPr>
          </a:lstStyle>
          <a:p>
            <a:r>
              <a:rPr lang="nb-NO"/>
              <a:t>Klikk på ikonet for å legge til et bilde</a:t>
            </a:r>
          </a:p>
        </p:txBody>
      </p:sp>
      <p:sp>
        <p:nvSpPr>
          <p:cNvPr id="3" name="Title 2">
            <a:extLst>
              <a:ext uri="{FF2B5EF4-FFF2-40B4-BE49-F238E27FC236}">
                <a16:creationId xmlns:a16="http://schemas.microsoft.com/office/drawing/2014/main" id="{BA9C3891-5BB6-C831-3C45-A2BF883908DA}"/>
              </a:ext>
            </a:extLst>
          </p:cNvPr>
          <p:cNvSpPr>
            <a:spLocks noGrp="1"/>
          </p:cNvSpPr>
          <p:nvPr>
            <p:ph type="title" hasCustomPrompt="1"/>
          </p:nvPr>
        </p:nvSpPr>
        <p:spPr>
          <a:xfrm>
            <a:off x="540070" y="540001"/>
            <a:ext cx="9001172" cy="1818959"/>
          </a:xfrm>
        </p:spPr>
        <p:txBody>
          <a:bodyPr>
            <a:spAutoFit/>
          </a:bodyPr>
          <a:lstStyle>
            <a:lvl1pPr>
              <a:lnSpc>
                <a:spcPct val="80000"/>
              </a:lnSpc>
              <a:defRPr sz="7200" b="1" i="1">
                <a:solidFill>
                  <a:schemeClr val="tx1"/>
                </a:solidFill>
                <a:latin typeface="+mj-lt"/>
              </a:defRPr>
            </a:lvl1pPr>
          </a:lstStyle>
          <a:p>
            <a:r>
              <a:rPr lang="nb"/>
              <a:t>Overskrift kort og stor</a:t>
            </a:r>
            <a:endParaRPr lang="nb-NO"/>
          </a:p>
        </p:txBody>
      </p:sp>
      <p:sp>
        <p:nvSpPr>
          <p:cNvPr id="2" name="Text Placeholder 13">
            <a:extLst>
              <a:ext uri="{FF2B5EF4-FFF2-40B4-BE49-F238E27FC236}">
                <a16:creationId xmlns:a16="http://schemas.microsoft.com/office/drawing/2014/main" id="{8947E4BA-2F4F-D222-D173-AC11D80B6041}"/>
              </a:ext>
            </a:extLst>
          </p:cNvPr>
          <p:cNvSpPr>
            <a:spLocks noGrp="1"/>
          </p:cNvSpPr>
          <p:nvPr>
            <p:ph type="body" sz="quarter" idx="13" hasCustomPrompt="1"/>
          </p:nvPr>
        </p:nvSpPr>
        <p:spPr>
          <a:xfrm>
            <a:off x="6571769" y="5664635"/>
            <a:ext cx="5087462" cy="665567"/>
          </a:xfrm>
        </p:spPr>
        <p:txBody>
          <a:bodyPr anchor="b" anchorCtr="0">
            <a:spAutoFit/>
          </a:bodyPr>
          <a:lstStyle>
            <a:lvl1pPr marL="0" indent="0">
              <a:spcBef>
                <a:spcPts val="0"/>
              </a:spcBef>
              <a:buNone/>
              <a:defRPr sz="1800">
                <a:solidFill>
                  <a:schemeClr val="tx1"/>
                </a:solidFill>
              </a:defRPr>
            </a:lvl1pPr>
            <a:lvl2pPr marL="180975" indent="-180000">
              <a:buFont typeface="Arial" panose="020B0604020202020204" pitchFamily="34" charset="0"/>
              <a:buChar char="•"/>
              <a:tabLst/>
              <a:defRPr sz="18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7" name="Date Placeholder 6">
            <a:extLst>
              <a:ext uri="{FF2B5EF4-FFF2-40B4-BE49-F238E27FC236}">
                <a16:creationId xmlns:a16="http://schemas.microsoft.com/office/drawing/2014/main" id="{0E1CCC8C-4F78-8515-39C4-BA6467B8B5D6}"/>
              </a:ext>
            </a:extLst>
          </p:cNvPr>
          <p:cNvSpPr>
            <a:spLocks noGrp="1"/>
          </p:cNvSpPr>
          <p:nvPr>
            <p:ph type="dt" sz="half" idx="14"/>
          </p:nvPr>
        </p:nvSpPr>
        <p:spPr>
          <a:xfrm>
            <a:off x="10211050" y="10800000"/>
            <a:ext cx="720475" cy="151200"/>
          </a:xfrm>
        </p:spPr>
        <p:txBody>
          <a:bodyPr/>
          <a:lstStyle/>
          <a:p>
            <a:fld id="{BE3035FC-E90C-0C44-9667-89C49958C7E8}" type="datetime1">
              <a:rPr lang="nb-NO" smtClean="0"/>
              <a:t>23.01.2026</a:t>
            </a:fld>
            <a:endParaRPr lang="en-GB"/>
          </a:p>
        </p:txBody>
      </p:sp>
      <p:sp>
        <p:nvSpPr>
          <p:cNvPr id="8" name="Footer Placeholder 7">
            <a:extLst>
              <a:ext uri="{FF2B5EF4-FFF2-40B4-BE49-F238E27FC236}">
                <a16:creationId xmlns:a16="http://schemas.microsoft.com/office/drawing/2014/main" id="{95C453FA-B2D1-D172-54E1-F2E7BF966CFE}"/>
              </a:ext>
            </a:extLst>
          </p:cNvPr>
          <p:cNvSpPr>
            <a:spLocks noGrp="1"/>
          </p:cNvSpPr>
          <p:nvPr>
            <p:ph type="ftr" sz="quarter" idx="15"/>
          </p:nvPr>
        </p:nvSpPr>
        <p:spPr>
          <a:xfrm>
            <a:off x="540000"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4BFBFC75-0B81-D853-07C1-D7755661766C}"/>
              </a:ext>
            </a:extLst>
          </p:cNvPr>
          <p:cNvSpPr>
            <a:spLocks noGrp="1"/>
          </p:cNvSpPr>
          <p:nvPr>
            <p:ph type="sldNum" sz="quarter" idx="16"/>
          </p:nvPr>
        </p:nvSpPr>
        <p:spPr/>
        <p:txBody>
          <a:bodyPr/>
          <a:lstStyle/>
          <a:p>
            <a:fld id="{608810A5-7811-344D-9AE9-EC83104FB54D}" type="slidenum">
              <a:rPr lang="en-GB" smtClean="0"/>
              <a:t>‹#›</a:t>
            </a:fld>
            <a:endParaRPr lang="en-GB"/>
          </a:p>
        </p:txBody>
      </p:sp>
      <p:sp>
        <p:nvSpPr>
          <p:cNvPr id="6" name="TekstSylinder 50">
            <a:extLst>
              <a:ext uri="{FF2B5EF4-FFF2-40B4-BE49-F238E27FC236}">
                <a16:creationId xmlns:a16="http://schemas.microsoft.com/office/drawing/2014/main" id="{558F1CE6-9496-D4D3-BACA-4BB5866D6E18}"/>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side av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6272922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vider Image Panels">
    <p:bg>
      <p:bgPr>
        <a:solidFill>
          <a:schemeClr val="accent3"/>
        </a:solid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634A6EED-D683-7BD7-9AE4-7772F47382E6}"/>
              </a:ext>
            </a:extLst>
          </p:cNvPr>
          <p:cNvSpPr/>
          <p:nvPr/>
        </p:nvSpPr>
        <p:spPr>
          <a:xfrm>
            <a:off x="6096792" y="0"/>
            <a:ext cx="3047603" cy="6858000"/>
          </a:xfrm>
          <a:custGeom>
            <a:avLst/>
            <a:gdLst>
              <a:gd name="connsiteX0" fmla="*/ 0 w 3047206"/>
              <a:gd name="connsiteY0" fmla="*/ 0 h 914400"/>
              <a:gd name="connsiteX1" fmla="*/ 1523603 w 3047206"/>
              <a:gd name="connsiteY1" fmla="*/ 0 h 914400"/>
              <a:gd name="connsiteX2" fmla="*/ 3047206 w 3047206"/>
              <a:gd name="connsiteY2" fmla="*/ 0 h 914400"/>
              <a:gd name="connsiteX3" fmla="*/ 3047206 w 3047206"/>
              <a:gd name="connsiteY3" fmla="*/ 914400 h 914400"/>
              <a:gd name="connsiteX4" fmla="*/ 1523603 w 3047206"/>
              <a:gd name="connsiteY4" fmla="*/ 914400 h 914400"/>
              <a:gd name="connsiteX5" fmla="*/ 0 w 3047206"/>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7206" h="914400">
                <a:moveTo>
                  <a:pt x="0" y="0"/>
                </a:moveTo>
                <a:lnTo>
                  <a:pt x="1523603" y="0"/>
                </a:lnTo>
                <a:lnTo>
                  <a:pt x="3047206" y="0"/>
                </a:lnTo>
                <a:lnTo>
                  <a:pt x="3047206" y="914400"/>
                </a:lnTo>
                <a:lnTo>
                  <a:pt x="1523603" y="914400"/>
                </a:lnTo>
                <a:lnTo>
                  <a:pt x="0" y="9144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nb-NO" sz="1800" err="1"/>
          </a:p>
        </p:txBody>
      </p:sp>
      <p:sp>
        <p:nvSpPr>
          <p:cNvPr id="9" name="Rectangle 8">
            <a:extLst>
              <a:ext uri="{FF2B5EF4-FFF2-40B4-BE49-F238E27FC236}">
                <a16:creationId xmlns:a16="http://schemas.microsoft.com/office/drawing/2014/main" id="{F24EA111-0938-666A-FA7D-07D558D9F3B7}"/>
              </a:ext>
            </a:extLst>
          </p:cNvPr>
          <p:cNvSpPr/>
          <p:nvPr/>
        </p:nvSpPr>
        <p:spPr>
          <a:xfrm>
            <a:off x="9144398" y="0"/>
            <a:ext cx="1523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sz="1800" err="1"/>
          </a:p>
        </p:txBody>
      </p:sp>
      <p:sp>
        <p:nvSpPr>
          <p:cNvPr id="4" name="Picture Placeholder 3">
            <a:extLst>
              <a:ext uri="{FF2B5EF4-FFF2-40B4-BE49-F238E27FC236}">
                <a16:creationId xmlns:a16="http://schemas.microsoft.com/office/drawing/2014/main" id="{39702681-D8EB-DB5B-543C-E290BF9BAAED}"/>
              </a:ext>
            </a:extLst>
          </p:cNvPr>
          <p:cNvSpPr>
            <a:spLocks noGrp="1"/>
          </p:cNvSpPr>
          <p:nvPr>
            <p:ph type="pic" sz="quarter" idx="12"/>
          </p:nvPr>
        </p:nvSpPr>
        <p:spPr bwMode="gray">
          <a:xfrm>
            <a:off x="0" y="0"/>
            <a:ext cx="6095593" cy="6858000"/>
          </a:xfrm>
          <a:prstGeom prst="rect">
            <a:avLst/>
          </a:prstGeom>
          <a:solidFill>
            <a:schemeClr val="tx2"/>
          </a:solidFill>
        </p:spPr>
        <p:txBody>
          <a:bodyPr wrap="square" tIns="2880000" bIns="360000" anchor="t" anchorCtr="0">
            <a:noAutofit/>
          </a:bodyPr>
          <a:lstStyle>
            <a:lvl1pPr marL="0" indent="0" algn="ctr">
              <a:buNone/>
              <a:defRPr sz="1200">
                <a:solidFill>
                  <a:schemeClr val="bg1"/>
                </a:solidFill>
              </a:defRPr>
            </a:lvl1pPr>
          </a:lstStyle>
          <a:p>
            <a:r>
              <a:rPr lang="nb-NO"/>
              <a:t>Klikk på ikonet for å legge til et bilde</a:t>
            </a:r>
          </a:p>
        </p:txBody>
      </p:sp>
      <p:sp>
        <p:nvSpPr>
          <p:cNvPr id="3" name="Title 2">
            <a:extLst>
              <a:ext uri="{FF2B5EF4-FFF2-40B4-BE49-F238E27FC236}">
                <a16:creationId xmlns:a16="http://schemas.microsoft.com/office/drawing/2014/main" id="{BA9C3891-5BB6-C831-3C45-A2BF883908DA}"/>
              </a:ext>
            </a:extLst>
          </p:cNvPr>
          <p:cNvSpPr>
            <a:spLocks noGrp="1"/>
          </p:cNvSpPr>
          <p:nvPr>
            <p:ph type="title" hasCustomPrompt="1"/>
          </p:nvPr>
        </p:nvSpPr>
        <p:spPr>
          <a:xfrm>
            <a:off x="540071" y="540001"/>
            <a:ext cx="9001172" cy="1818959"/>
          </a:xfrm>
        </p:spPr>
        <p:txBody>
          <a:bodyPr>
            <a:spAutoFit/>
          </a:bodyPr>
          <a:lstStyle>
            <a:lvl1pPr>
              <a:lnSpc>
                <a:spcPct val="80000"/>
              </a:lnSpc>
              <a:defRPr sz="7200" b="1" i="1">
                <a:solidFill>
                  <a:schemeClr val="bg1"/>
                </a:solidFill>
                <a:latin typeface="+mj-lt"/>
              </a:defRPr>
            </a:lvl1pPr>
          </a:lstStyle>
          <a:p>
            <a:r>
              <a:rPr lang="nb"/>
              <a:t>Overskrift kort og stor</a:t>
            </a:r>
            <a:endParaRPr lang="nb-NO"/>
          </a:p>
        </p:txBody>
      </p:sp>
      <p:sp>
        <p:nvSpPr>
          <p:cNvPr id="2" name="Text Placeholder 13">
            <a:extLst>
              <a:ext uri="{FF2B5EF4-FFF2-40B4-BE49-F238E27FC236}">
                <a16:creationId xmlns:a16="http://schemas.microsoft.com/office/drawing/2014/main" id="{8947E4BA-2F4F-D222-D173-AC11D80B6041}"/>
              </a:ext>
            </a:extLst>
          </p:cNvPr>
          <p:cNvSpPr>
            <a:spLocks noGrp="1"/>
          </p:cNvSpPr>
          <p:nvPr>
            <p:ph type="body" sz="quarter" idx="13" hasCustomPrompt="1"/>
          </p:nvPr>
        </p:nvSpPr>
        <p:spPr>
          <a:xfrm>
            <a:off x="6571769" y="5664635"/>
            <a:ext cx="4096430" cy="665567"/>
          </a:xfrm>
        </p:spPr>
        <p:txBody>
          <a:bodyPr wrap="square" rIns="360000" anchor="b" anchorCtr="0">
            <a:spAutoFit/>
          </a:bodyPr>
          <a:lstStyle>
            <a:lvl1pPr marL="0" indent="0">
              <a:lnSpc>
                <a:spcPct val="110000"/>
              </a:lnSpc>
              <a:spcBef>
                <a:spcPts val="0"/>
              </a:spcBef>
              <a:buNone/>
              <a:defRPr sz="1800">
                <a:solidFill>
                  <a:schemeClr val="bg1"/>
                </a:solidFill>
              </a:defRPr>
            </a:lvl1pPr>
            <a:lvl2pPr marL="180975" indent="-180000">
              <a:lnSpc>
                <a:spcPct val="110000"/>
              </a:lnSpc>
              <a:buFont typeface="Arial" panose="020B0604020202020204" pitchFamily="34" charset="0"/>
              <a:buChar char="•"/>
              <a:tabLst/>
              <a:defRPr sz="1800">
                <a:solidFill>
                  <a:schemeClr val="bg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10" name="Date Placeholder 9">
            <a:extLst>
              <a:ext uri="{FF2B5EF4-FFF2-40B4-BE49-F238E27FC236}">
                <a16:creationId xmlns:a16="http://schemas.microsoft.com/office/drawing/2014/main" id="{473BCFAC-C588-8322-ACD5-C9D0B0DFA382}"/>
              </a:ext>
            </a:extLst>
          </p:cNvPr>
          <p:cNvSpPr>
            <a:spLocks noGrp="1"/>
          </p:cNvSpPr>
          <p:nvPr>
            <p:ph type="dt" sz="half" idx="14"/>
          </p:nvPr>
        </p:nvSpPr>
        <p:spPr>
          <a:xfrm>
            <a:off x="540000" y="10800000"/>
            <a:ext cx="720475" cy="151200"/>
          </a:xfrm>
        </p:spPr>
        <p:txBody>
          <a:bodyPr/>
          <a:lstStyle/>
          <a:p>
            <a:fld id="{D0E29173-6442-BF44-971C-076363A4F22F}" type="datetime1">
              <a:rPr lang="nb-NO" smtClean="0"/>
              <a:t>23.01.2026</a:t>
            </a:fld>
            <a:endParaRPr lang="en-GB"/>
          </a:p>
        </p:txBody>
      </p:sp>
      <p:sp>
        <p:nvSpPr>
          <p:cNvPr id="11" name="Footer Placeholder 10">
            <a:extLst>
              <a:ext uri="{FF2B5EF4-FFF2-40B4-BE49-F238E27FC236}">
                <a16:creationId xmlns:a16="http://schemas.microsoft.com/office/drawing/2014/main" id="{BF887126-5C09-8DFB-249B-B184B83EC6EC}"/>
              </a:ext>
            </a:extLst>
          </p:cNvPr>
          <p:cNvSpPr>
            <a:spLocks noGrp="1"/>
          </p:cNvSpPr>
          <p:nvPr>
            <p:ph type="ftr" sz="quarter" idx="15"/>
          </p:nvPr>
        </p:nvSpPr>
        <p:spPr>
          <a:xfrm>
            <a:off x="1260475" y="10800000"/>
            <a:ext cx="9671049" cy="151200"/>
          </a:xfrm>
        </p:spPr>
        <p:txBody>
          <a:bodyPr/>
          <a:lstStyle/>
          <a:p>
            <a:endParaRPr lang="en-GB"/>
          </a:p>
        </p:txBody>
      </p:sp>
      <p:sp>
        <p:nvSpPr>
          <p:cNvPr id="13" name="Slide Number Placeholder 12">
            <a:extLst>
              <a:ext uri="{FF2B5EF4-FFF2-40B4-BE49-F238E27FC236}">
                <a16:creationId xmlns:a16="http://schemas.microsoft.com/office/drawing/2014/main" id="{091DD7D6-DC9B-2975-C4F0-BDC01EE76324}"/>
              </a:ext>
            </a:extLst>
          </p:cNvPr>
          <p:cNvSpPr>
            <a:spLocks noGrp="1"/>
          </p:cNvSpPr>
          <p:nvPr>
            <p:ph type="sldNum" sz="quarter" idx="16"/>
          </p:nvPr>
        </p:nvSpPr>
        <p:spPr/>
        <p:txBody>
          <a:bodyPr/>
          <a:lstStyle/>
          <a:p>
            <a:fld id="{608810A5-7811-344D-9AE9-EC83104FB54D}" type="slidenum">
              <a:rPr lang="en-GB" smtClean="0"/>
              <a:t>‹#›</a:t>
            </a:fld>
            <a:endParaRPr lang="en-GB"/>
          </a:p>
        </p:txBody>
      </p:sp>
      <p:sp>
        <p:nvSpPr>
          <p:cNvPr id="5" name="TekstSylinder 50">
            <a:extLst>
              <a:ext uri="{FF2B5EF4-FFF2-40B4-BE49-F238E27FC236}">
                <a16:creationId xmlns:a16="http://schemas.microsoft.com/office/drawing/2014/main" id="{EB06B325-FF24-E267-7475-F3EB80D966FE}"/>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panel på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755386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tel og innhold">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B8A4FDA-29BE-0A67-3A42-E8A068307D46}"/>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6" name="Title 5">
            <a:extLst>
              <a:ext uri="{FF2B5EF4-FFF2-40B4-BE49-F238E27FC236}">
                <a16:creationId xmlns:a16="http://schemas.microsoft.com/office/drawing/2014/main" id="{E8795669-0498-A002-E47D-89EBDA248055}"/>
              </a:ext>
            </a:extLst>
          </p:cNvPr>
          <p:cNvSpPr>
            <a:spLocks noGrp="1"/>
          </p:cNvSpPr>
          <p:nvPr>
            <p:ph type="title" hasCustomPrompt="1"/>
          </p:nvPr>
        </p:nvSpPr>
        <p:spPr/>
        <p:txBody>
          <a:bodyPr/>
          <a:lstStyle/>
          <a:p>
            <a:r>
              <a:rPr lang="nb" dirty="0"/>
              <a:t>Klikk for å redigere</a:t>
            </a:r>
            <a:endParaRPr lang="nb-NO" dirty="0"/>
          </a:p>
        </p:txBody>
      </p:sp>
      <p:sp>
        <p:nvSpPr>
          <p:cNvPr id="3" name="Content Placeholder 2">
            <a:extLst>
              <a:ext uri="{FF2B5EF4-FFF2-40B4-BE49-F238E27FC236}">
                <a16:creationId xmlns:a16="http://schemas.microsoft.com/office/drawing/2014/main" id="{FBA1FABA-7059-F446-D4CA-567DE37D532C}"/>
              </a:ext>
            </a:extLst>
          </p:cNvPr>
          <p:cNvSpPr>
            <a:spLocks noGrp="1"/>
          </p:cNvSpPr>
          <p:nvPr>
            <p:ph idx="1" hasCustomPrompt="1"/>
          </p:nvPr>
        </p:nvSpPr>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8" name="Date Placeholder 7">
            <a:extLst>
              <a:ext uri="{FF2B5EF4-FFF2-40B4-BE49-F238E27FC236}">
                <a16:creationId xmlns:a16="http://schemas.microsoft.com/office/drawing/2014/main" id="{6D587D30-7812-2AFF-8F42-859C07C6868B}"/>
              </a:ext>
            </a:extLst>
          </p:cNvPr>
          <p:cNvSpPr>
            <a:spLocks noGrp="1"/>
          </p:cNvSpPr>
          <p:nvPr>
            <p:ph type="dt" sz="half" idx="15"/>
          </p:nvPr>
        </p:nvSpPr>
        <p:spPr/>
        <p:txBody>
          <a:bodyPr/>
          <a:lstStyle/>
          <a:p>
            <a:fld id="{A7A594DC-DF05-724C-8A47-85DA13EE42C4}" type="datetime1">
              <a:rPr lang="nb-NO" smtClean="0"/>
              <a:t>23.01.2026</a:t>
            </a:fld>
            <a:endParaRPr lang="en-GB"/>
          </a:p>
        </p:txBody>
      </p:sp>
      <p:sp>
        <p:nvSpPr>
          <p:cNvPr id="9" name="Footer Placeholder 8">
            <a:extLst>
              <a:ext uri="{FF2B5EF4-FFF2-40B4-BE49-F238E27FC236}">
                <a16:creationId xmlns:a16="http://schemas.microsoft.com/office/drawing/2014/main" id="{131543EE-4B15-F0CA-D48F-BD29ED954EAE}"/>
              </a:ext>
            </a:extLst>
          </p:cNvPr>
          <p:cNvSpPr>
            <a:spLocks noGrp="1"/>
          </p:cNvSpPr>
          <p:nvPr>
            <p:ph type="ftr" sz="quarter" idx="16"/>
          </p:nvPr>
        </p:nvSpPr>
        <p:spPr/>
        <p:txBody>
          <a:bodyPr/>
          <a:lstStyle/>
          <a:p>
            <a:endParaRPr lang="en-GB"/>
          </a:p>
        </p:txBody>
      </p:sp>
      <p:sp>
        <p:nvSpPr>
          <p:cNvPr id="10" name="Slide Number Placeholder 9">
            <a:extLst>
              <a:ext uri="{FF2B5EF4-FFF2-40B4-BE49-F238E27FC236}">
                <a16:creationId xmlns:a16="http://schemas.microsoft.com/office/drawing/2014/main" id="{CAF2013F-43A6-8038-5D87-CBD5EB81FDAD}"/>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4" name="TekstSylinder 50">
            <a:extLst>
              <a:ext uri="{FF2B5EF4-FFF2-40B4-BE49-F238E27FC236}">
                <a16:creationId xmlns:a16="http://schemas.microsoft.com/office/drawing/2014/main" id="{688C72A7-6153-57CF-3A17-431D9774A81B}"/>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88738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Content Dark">
    <p:bg>
      <p:bgRef idx="1001">
        <a:schemeClr val="bg1"/>
      </p:bgRef>
    </p:bg>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B8A4FDA-29BE-0A67-3A42-E8A068307D46}"/>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6" name="Title 5">
            <a:extLst>
              <a:ext uri="{FF2B5EF4-FFF2-40B4-BE49-F238E27FC236}">
                <a16:creationId xmlns:a16="http://schemas.microsoft.com/office/drawing/2014/main" id="{E8795669-0498-A002-E47D-89EBDA248055}"/>
              </a:ext>
            </a:extLst>
          </p:cNvPr>
          <p:cNvSpPr>
            <a:spLocks noGrp="1"/>
          </p:cNvSpPr>
          <p:nvPr>
            <p:ph type="title" hasCustomPrompt="1"/>
          </p:nvPr>
        </p:nvSpPr>
        <p:spPr/>
        <p:txBody>
          <a:bodyPr/>
          <a:lstStyle/>
          <a:p>
            <a:r>
              <a:rPr lang="nb" dirty="0"/>
              <a:t>Klikk for å redigere</a:t>
            </a:r>
            <a:endParaRPr lang="nb-NO" dirty="0"/>
          </a:p>
        </p:txBody>
      </p:sp>
      <p:sp>
        <p:nvSpPr>
          <p:cNvPr id="3" name="Content Placeholder 2">
            <a:extLst>
              <a:ext uri="{FF2B5EF4-FFF2-40B4-BE49-F238E27FC236}">
                <a16:creationId xmlns:a16="http://schemas.microsoft.com/office/drawing/2014/main" id="{FBA1FABA-7059-F446-D4CA-567DE37D532C}"/>
              </a:ext>
            </a:extLst>
          </p:cNvPr>
          <p:cNvSpPr>
            <a:spLocks noGrp="1"/>
          </p:cNvSpPr>
          <p:nvPr>
            <p:ph idx="1" hasCustomPrompt="1"/>
          </p:nvPr>
        </p:nvSpPr>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Date Placeholder 3">
            <a:extLst>
              <a:ext uri="{FF2B5EF4-FFF2-40B4-BE49-F238E27FC236}">
                <a16:creationId xmlns:a16="http://schemas.microsoft.com/office/drawing/2014/main" id="{AB7D05DC-25FF-60FD-F4FD-AD0DD244113F}"/>
              </a:ext>
            </a:extLst>
          </p:cNvPr>
          <p:cNvSpPr>
            <a:spLocks noGrp="1"/>
          </p:cNvSpPr>
          <p:nvPr>
            <p:ph type="dt" sz="half" idx="15"/>
          </p:nvPr>
        </p:nvSpPr>
        <p:spPr/>
        <p:txBody>
          <a:bodyPr/>
          <a:lstStyle/>
          <a:p>
            <a:fld id="{424FD7B6-3C9F-DB4A-A8EA-730EC90938EE}" type="datetime1">
              <a:rPr lang="nb-NO" smtClean="0"/>
              <a:t>23.01.2026</a:t>
            </a:fld>
            <a:endParaRPr lang="en-GB"/>
          </a:p>
        </p:txBody>
      </p:sp>
      <p:sp>
        <p:nvSpPr>
          <p:cNvPr id="5" name="Footer Placeholder 4">
            <a:extLst>
              <a:ext uri="{FF2B5EF4-FFF2-40B4-BE49-F238E27FC236}">
                <a16:creationId xmlns:a16="http://schemas.microsoft.com/office/drawing/2014/main" id="{9013931A-C51B-F906-FB92-145A4E71D1E1}"/>
              </a:ext>
            </a:extLst>
          </p:cNvPr>
          <p:cNvSpPr>
            <a:spLocks noGrp="1"/>
          </p:cNvSpPr>
          <p:nvPr>
            <p:ph type="ftr" sz="quarter" idx="16"/>
          </p:nvPr>
        </p:nvSpPr>
        <p:spPr/>
        <p:txBody>
          <a:bodyPr/>
          <a:lstStyle/>
          <a:p>
            <a:endParaRPr lang="en-GB"/>
          </a:p>
        </p:txBody>
      </p:sp>
      <p:sp>
        <p:nvSpPr>
          <p:cNvPr id="7" name="Slide Number Placeholder 6">
            <a:extLst>
              <a:ext uri="{FF2B5EF4-FFF2-40B4-BE49-F238E27FC236}">
                <a16:creationId xmlns:a16="http://schemas.microsoft.com/office/drawing/2014/main" id="{2E2A8C28-61EE-17B0-1598-87037AB25270}"/>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8" name="TekstSylinder 50">
            <a:extLst>
              <a:ext uri="{FF2B5EF4-FFF2-40B4-BE49-F238E27FC236}">
                <a16:creationId xmlns:a16="http://schemas.microsoft.com/office/drawing/2014/main" id="{4143D954-B553-23B4-A697-03663C4E1EF0}"/>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4137540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o innholdsdeler">
    <p:spTree>
      <p:nvGrpSpPr>
        <p:cNvPr id="1" name=""/>
        <p:cNvGrpSpPr/>
        <p:nvPr/>
      </p:nvGrpSpPr>
      <p:grpSpPr>
        <a:xfrm>
          <a:off x="0" y="0"/>
          <a:ext cx="0" cy="0"/>
          <a:chOff x="0" y="0"/>
          <a:chExt cx="0" cy="0"/>
        </a:xfrm>
      </p:grpSpPr>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6" name="Title 5">
            <a:extLst>
              <a:ext uri="{FF2B5EF4-FFF2-40B4-BE49-F238E27FC236}">
                <a16:creationId xmlns:a16="http://schemas.microsoft.com/office/drawing/2014/main" id="{94104984-6B09-F539-3118-ED345DF15774}"/>
              </a:ext>
            </a:extLst>
          </p:cNvPr>
          <p:cNvSpPr>
            <a:spLocks noGrp="1"/>
          </p:cNvSpPr>
          <p:nvPr>
            <p:ph type="title" hasCustomPrompt="1"/>
          </p:nvPr>
        </p:nvSpPr>
        <p:spPr/>
        <p:txBody>
          <a:bodyPr/>
          <a:lstStyle/>
          <a:p>
            <a:r>
              <a:rPr lang="nb" dirty="0"/>
              <a:t>Klikk for å redigere</a:t>
            </a:r>
            <a:endParaRPr lang="nb-NO" dirty="0"/>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0" y="2015999"/>
            <a:ext cx="5088350" cy="4172075"/>
          </a:xfrm>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6563579" y="2015999"/>
            <a:ext cx="5087462" cy="4172075"/>
          </a:xfrm>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2" name="Date Placeholder 1">
            <a:extLst>
              <a:ext uri="{FF2B5EF4-FFF2-40B4-BE49-F238E27FC236}">
                <a16:creationId xmlns:a16="http://schemas.microsoft.com/office/drawing/2014/main" id="{5928901B-21FD-507E-4F95-A2A6C8848B22}"/>
              </a:ext>
            </a:extLst>
          </p:cNvPr>
          <p:cNvSpPr>
            <a:spLocks noGrp="1"/>
          </p:cNvSpPr>
          <p:nvPr>
            <p:ph type="dt" sz="half" idx="15"/>
          </p:nvPr>
        </p:nvSpPr>
        <p:spPr/>
        <p:txBody>
          <a:bodyPr/>
          <a:lstStyle/>
          <a:p>
            <a:fld id="{8411FAB8-613F-3546-B84F-43F9554BAD31}" type="datetime1">
              <a:rPr lang="nb-NO" smtClean="0"/>
              <a:t>23.01.2026</a:t>
            </a:fld>
            <a:endParaRPr lang="en-GB"/>
          </a:p>
        </p:txBody>
      </p:sp>
      <p:sp>
        <p:nvSpPr>
          <p:cNvPr id="5" name="TekstSylinder 50">
            <a:extLst>
              <a:ext uri="{FF2B5EF4-FFF2-40B4-BE49-F238E27FC236}">
                <a16:creationId xmlns:a16="http://schemas.microsoft.com/office/drawing/2014/main" id="{5C216E72-AE69-1709-1DEA-8A036429A22A}"/>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552066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 Content Dark">
    <p:bg>
      <p:bgRef idx="1001">
        <a:schemeClr val="bg1"/>
      </p:bgRef>
    </p:bg>
    <p:spTree>
      <p:nvGrpSpPr>
        <p:cNvPr id="1" name=""/>
        <p:cNvGrpSpPr/>
        <p:nvPr/>
      </p:nvGrpSpPr>
      <p:grpSpPr>
        <a:xfrm>
          <a:off x="0" y="0"/>
          <a:ext cx="0" cy="0"/>
          <a:chOff x="0" y="0"/>
          <a:chExt cx="0" cy="0"/>
        </a:xfrm>
      </p:grpSpPr>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6" name="Title 5">
            <a:extLst>
              <a:ext uri="{FF2B5EF4-FFF2-40B4-BE49-F238E27FC236}">
                <a16:creationId xmlns:a16="http://schemas.microsoft.com/office/drawing/2014/main" id="{94104984-6B09-F539-3118-ED345DF15774}"/>
              </a:ext>
            </a:extLst>
          </p:cNvPr>
          <p:cNvSpPr>
            <a:spLocks noGrp="1"/>
          </p:cNvSpPr>
          <p:nvPr>
            <p:ph type="title" hasCustomPrompt="1"/>
          </p:nvPr>
        </p:nvSpPr>
        <p:spPr/>
        <p:txBody>
          <a:bodyPr/>
          <a:lstStyle/>
          <a:p>
            <a:r>
              <a:rPr lang="nb" dirty="0"/>
              <a:t>Klikk for å redigere</a:t>
            </a:r>
            <a:endParaRPr lang="nb-NO" dirty="0"/>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0" y="2015999"/>
            <a:ext cx="5088350" cy="4172075"/>
          </a:xfrm>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6563579" y="2015999"/>
            <a:ext cx="5087462" cy="4172075"/>
          </a:xfrm>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5" name="Date Placeholder 4">
            <a:extLst>
              <a:ext uri="{FF2B5EF4-FFF2-40B4-BE49-F238E27FC236}">
                <a16:creationId xmlns:a16="http://schemas.microsoft.com/office/drawing/2014/main" id="{6E7586A5-F110-DF05-2507-E9A902C1B84C}"/>
              </a:ext>
            </a:extLst>
          </p:cNvPr>
          <p:cNvSpPr>
            <a:spLocks noGrp="1"/>
          </p:cNvSpPr>
          <p:nvPr>
            <p:ph type="dt" sz="half" idx="15"/>
          </p:nvPr>
        </p:nvSpPr>
        <p:spPr/>
        <p:txBody>
          <a:bodyPr/>
          <a:lstStyle/>
          <a:p>
            <a:fld id="{72CD4231-AE0A-3043-A5AF-E22125FD9078}" type="datetime1">
              <a:rPr lang="nb-NO" smtClean="0"/>
              <a:t>23.01.2026</a:t>
            </a:fld>
            <a:endParaRPr lang="en-GB"/>
          </a:p>
        </p:txBody>
      </p:sp>
      <p:sp>
        <p:nvSpPr>
          <p:cNvPr id="10" name="Footer Placeholder 9">
            <a:extLst>
              <a:ext uri="{FF2B5EF4-FFF2-40B4-BE49-F238E27FC236}">
                <a16:creationId xmlns:a16="http://schemas.microsoft.com/office/drawing/2014/main" id="{8CD21B64-DE5B-3F73-675F-AFA169DB2092}"/>
              </a:ext>
            </a:extLst>
          </p:cNvPr>
          <p:cNvSpPr>
            <a:spLocks noGrp="1"/>
          </p:cNvSpPr>
          <p:nvPr>
            <p:ph type="ftr" sz="quarter" idx="16"/>
          </p:nvPr>
        </p:nvSpPr>
        <p:spPr/>
        <p:txBody>
          <a:bodyPr/>
          <a:lstStyle/>
          <a:p>
            <a:endParaRPr lang="en-GB"/>
          </a:p>
        </p:txBody>
      </p:sp>
      <p:sp>
        <p:nvSpPr>
          <p:cNvPr id="11" name="Slide Number Placeholder 10">
            <a:extLst>
              <a:ext uri="{FF2B5EF4-FFF2-40B4-BE49-F238E27FC236}">
                <a16:creationId xmlns:a16="http://schemas.microsoft.com/office/drawing/2014/main" id="{EF503167-D9B5-C41E-3E73-BA6BD966577A}"/>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2" name="TekstSylinder 50">
            <a:extLst>
              <a:ext uri="{FF2B5EF4-FFF2-40B4-BE49-F238E27FC236}">
                <a16:creationId xmlns:a16="http://schemas.microsoft.com/office/drawing/2014/main" id="{7D23DB7A-CAFE-38AA-7DFF-6A520B89796F}"/>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8923195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Section title">
            <a:extLst>
              <a:ext uri="{FF2B5EF4-FFF2-40B4-BE49-F238E27FC236}">
                <a16:creationId xmlns:a16="http://schemas.microsoft.com/office/drawing/2014/main" id="{78625AAD-121D-EF2F-DBE4-EB84C9E8FA35}"/>
              </a:ext>
            </a:extLst>
          </p:cNvPr>
          <p:cNvSpPr>
            <a:spLocks noGrp="1"/>
          </p:cNvSpPr>
          <p:nvPr>
            <p:ph type="body" sz="quarter" idx="16"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1" y="2015999"/>
            <a:ext cx="3391641" cy="4172075"/>
          </a:xfrm>
        </p:spPr>
        <p:txBody>
          <a:bodyPr/>
          <a:lstStyle>
            <a:lvl1pPr>
              <a:defRPr sz="1800"/>
            </a:lvl1pPr>
            <a:lvl2pPr>
              <a:defRPr sz="1600"/>
            </a:lvl2pPr>
            <a:lvl3pPr>
              <a:defRPr sz="1400"/>
            </a:lvl3pPr>
            <a:lvl4pPr>
              <a:defRPr sz="1200"/>
            </a:lvl4pPr>
            <a:lvl5pPr>
              <a:defRPr sz="120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4399772" y="2015999"/>
            <a:ext cx="3391641" cy="4172075"/>
          </a:xfrm>
        </p:spPr>
        <p:txBody>
          <a:bodyPr/>
          <a:lstStyle>
            <a:lvl1pPr>
              <a:defRPr sz="1800"/>
            </a:lvl1pPr>
            <a:lvl2pPr>
              <a:defRPr sz="1600"/>
            </a:lvl2pPr>
            <a:lvl3pPr>
              <a:defRPr sz="1400"/>
            </a:lvl3pPr>
            <a:lvl4pPr>
              <a:defRPr sz="1200"/>
            </a:lvl4pPr>
            <a:lvl5pPr>
              <a:defRPr sz="120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8" name="Content Placeholder 3">
            <a:extLst>
              <a:ext uri="{FF2B5EF4-FFF2-40B4-BE49-F238E27FC236}">
                <a16:creationId xmlns:a16="http://schemas.microsoft.com/office/drawing/2014/main" id="{E49D49AB-DD22-3CE0-2328-C5B9E9E4A630}"/>
              </a:ext>
            </a:extLst>
          </p:cNvPr>
          <p:cNvSpPr>
            <a:spLocks noGrp="1"/>
          </p:cNvSpPr>
          <p:nvPr>
            <p:ph sz="half" idx="13" hasCustomPrompt="1"/>
          </p:nvPr>
        </p:nvSpPr>
        <p:spPr>
          <a:xfrm>
            <a:off x="8259474" y="2015999"/>
            <a:ext cx="3391641" cy="4172075"/>
          </a:xfrm>
        </p:spPr>
        <p:txBody>
          <a:bodyPr/>
          <a:lstStyle>
            <a:lvl1pPr>
              <a:defRPr sz="1800"/>
            </a:lvl1pPr>
            <a:lvl2pPr>
              <a:defRPr sz="1600"/>
            </a:lvl2pPr>
            <a:lvl3pPr>
              <a:defRPr sz="1400"/>
            </a:lvl3pPr>
            <a:lvl4pPr>
              <a:defRPr sz="1200"/>
            </a:lvl4pPr>
            <a:lvl5pPr>
              <a:defRPr sz="120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9" name="Slide Number Placeholder 8">
            <a:extLst>
              <a:ext uri="{FF2B5EF4-FFF2-40B4-BE49-F238E27FC236}">
                <a16:creationId xmlns:a16="http://schemas.microsoft.com/office/drawing/2014/main" id="{8A41E3B6-C790-5BBE-90A1-1E1829DDCA31}"/>
              </a:ext>
            </a:extLst>
          </p:cNvPr>
          <p:cNvSpPr>
            <a:spLocks noGrp="1"/>
          </p:cNvSpPr>
          <p:nvPr>
            <p:ph type="sldNum" sz="quarter" idx="14"/>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02F8260D-A44C-BCCD-F4FA-A86FE4BB03FF}"/>
              </a:ext>
            </a:extLst>
          </p:cNvPr>
          <p:cNvSpPr>
            <a:spLocks noGrp="1"/>
          </p:cNvSpPr>
          <p:nvPr>
            <p:ph type="ftr" sz="quarter" idx="15"/>
          </p:nvPr>
        </p:nvSpPr>
        <p:spPr/>
        <p:txBody>
          <a:bodyPr/>
          <a:lstStyle/>
          <a:p>
            <a:endParaRPr lang="en-GB"/>
          </a:p>
        </p:txBody>
      </p:sp>
      <p:sp>
        <p:nvSpPr>
          <p:cNvPr id="2" name="Date Placeholder 1">
            <a:extLst>
              <a:ext uri="{FF2B5EF4-FFF2-40B4-BE49-F238E27FC236}">
                <a16:creationId xmlns:a16="http://schemas.microsoft.com/office/drawing/2014/main" id="{33D8F756-90B7-FDE9-081D-7C2E6AAAA46A}"/>
              </a:ext>
            </a:extLst>
          </p:cNvPr>
          <p:cNvSpPr>
            <a:spLocks noGrp="1"/>
          </p:cNvSpPr>
          <p:nvPr>
            <p:ph type="dt" sz="half" idx="17"/>
          </p:nvPr>
        </p:nvSpPr>
        <p:spPr/>
        <p:txBody>
          <a:bodyPr/>
          <a:lstStyle/>
          <a:p>
            <a:fld id="{74C072ED-17FD-534D-9CB4-369F4A45AFCF}" type="datetime1">
              <a:rPr lang="nb-NO" smtClean="0"/>
              <a:t>23.01.2026</a:t>
            </a:fld>
            <a:endParaRPr lang="en-GB"/>
          </a:p>
        </p:txBody>
      </p:sp>
      <p:sp>
        <p:nvSpPr>
          <p:cNvPr id="10" name="Title 9">
            <a:extLst>
              <a:ext uri="{FF2B5EF4-FFF2-40B4-BE49-F238E27FC236}">
                <a16:creationId xmlns:a16="http://schemas.microsoft.com/office/drawing/2014/main" id="{C5B5B0CA-69D2-3DF9-3EFA-DA4B0EBCEE0C}"/>
              </a:ext>
            </a:extLst>
          </p:cNvPr>
          <p:cNvSpPr>
            <a:spLocks noGrp="1"/>
          </p:cNvSpPr>
          <p:nvPr>
            <p:ph type="title" hasCustomPrompt="1"/>
          </p:nvPr>
        </p:nvSpPr>
        <p:spPr/>
        <p:txBody>
          <a:bodyPr/>
          <a:lstStyle/>
          <a:p>
            <a:r>
              <a:rPr lang="nb" dirty="0"/>
              <a:t>Klikk for å redigere</a:t>
            </a:r>
            <a:endParaRPr lang="en-GB" dirty="0"/>
          </a:p>
        </p:txBody>
      </p:sp>
      <p:sp>
        <p:nvSpPr>
          <p:cNvPr id="6" name="TekstSylinder 50">
            <a:extLst>
              <a:ext uri="{FF2B5EF4-FFF2-40B4-BE49-F238E27FC236}">
                <a16:creationId xmlns:a16="http://schemas.microsoft.com/office/drawing/2014/main" id="{2BE02FF7-C4FE-5B83-273D-59EEBBBB0962}"/>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52580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ntent Dark">
    <p:bg>
      <p:bgRef idx="1001">
        <a:schemeClr val="bg1"/>
      </p:bgRef>
    </p:bg>
    <p:spTree>
      <p:nvGrpSpPr>
        <p:cNvPr id="1" name=""/>
        <p:cNvGrpSpPr/>
        <p:nvPr/>
      </p:nvGrpSpPr>
      <p:grpSpPr>
        <a:xfrm>
          <a:off x="0" y="0"/>
          <a:ext cx="0" cy="0"/>
          <a:chOff x="0" y="0"/>
          <a:chExt cx="0" cy="0"/>
        </a:xfrm>
      </p:grpSpPr>
      <p:sp>
        <p:nvSpPr>
          <p:cNvPr id="5" name="Section title">
            <a:extLst>
              <a:ext uri="{FF2B5EF4-FFF2-40B4-BE49-F238E27FC236}">
                <a16:creationId xmlns:a16="http://schemas.microsoft.com/office/drawing/2014/main" id="{78625AAD-121D-EF2F-DBE4-EB84C9E8FA35}"/>
              </a:ext>
            </a:extLst>
          </p:cNvPr>
          <p:cNvSpPr>
            <a:spLocks noGrp="1"/>
          </p:cNvSpPr>
          <p:nvPr>
            <p:ph type="body" sz="quarter" idx="16"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1" y="2015999"/>
            <a:ext cx="3391641" cy="4172075"/>
          </a:xfrm>
        </p:spPr>
        <p:txBody>
          <a:bodyPr/>
          <a:lstStyle>
            <a:lvl1pPr>
              <a:defRPr sz="1800"/>
            </a:lvl1pPr>
            <a:lvl2pPr>
              <a:defRPr sz="1600"/>
            </a:lvl2pPr>
            <a:lvl3pPr>
              <a:defRPr sz="1400"/>
            </a:lvl3pPr>
            <a:lvl4pPr>
              <a:defRPr sz="1200"/>
            </a:lvl4pPr>
            <a:lvl5pPr>
              <a:defRPr sz="120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4399772" y="2015999"/>
            <a:ext cx="3391641" cy="4172075"/>
          </a:xfrm>
        </p:spPr>
        <p:txBody>
          <a:bodyPr/>
          <a:lstStyle>
            <a:lvl1pPr>
              <a:defRPr sz="1800"/>
            </a:lvl1pPr>
            <a:lvl2pPr>
              <a:defRPr sz="1600"/>
            </a:lvl2pPr>
            <a:lvl3pPr>
              <a:defRPr sz="1400"/>
            </a:lvl3pPr>
            <a:lvl4pPr>
              <a:defRPr sz="1200"/>
            </a:lvl4pPr>
            <a:lvl5pPr>
              <a:defRPr sz="120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8" name="Content Placeholder 3">
            <a:extLst>
              <a:ext uri="{FF2B5EF4-FFF2-40B4-BE49-F238E27FC236}">
                <a16:creationId xmlns:a16="http://schemas.microsoft.com/office/drawing/2014/main" id="{E49D49AB-DD22-3CE0-2328-C5B9E9E4A630}"/>
              </a:ext>
            </a:extLst>
          </p:cNvPr>
          <p:cNvSpPr>
            <a:spLocks noGrp="1"/>
          </p:cNvSpPr>
          <p:nvPr>
            <p:ph sz="half" idx="13" hasCustomPrompt="1"/>
          </p:nvPr>
        </p:nvSpPr>
        <p:spPr>
          <a:xfrm>
            <a:off x="8259474" y="2015999"/>
            <a:ext cx="3391641" cy="4172075"/>
          </a:xfrm>
        </p:spPr>
        <p:txBody>
          <a:bodyPr/>
          <a:lstStyle>
            <a:lvl1pPr>
              <a:defRPr sz="1800"/>
            </a:lvl1pPr>
            <a:lvl2pPr>
              <a:defRPr sz="1600"/>
            </a:lvl2pPr>
            <a:lvl3pPr>
              <a:defRPr sz="1400"/>
            </a:lvl3pPr>
            <a:lvl4pPr>
              <a:defRPr sz="1200"/>
            </a:lvl4pPr>
            <a:lvl5pPr>
              <a:defRPr sz="120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9" name="Slide Number Placeholder 8">
            <a:extLst>
              <a:ext uri="{FF2B5EF4-FFF2-40B4-BE49-F238E27FC236}">
                <a16:creationId xmlns:a16="http://schemas.microsoft.com/office/drawing/2014/main" id="{8A41E3B6-C790-5BBE-90A1-1E1829DDCA31}"/>
              </a:ext>
            </a:extLst>
          </p:cNvPr>
          <p:cNvSpPr>
            <a:spLocks noGrp="1"/>
          </p:cNvSpPr>
          <p:nvPr>
            <p:ph type="sldNum" sz="quarter" idx="14"/>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02F8260D-A44C-BCCD-F4FA-A86FE4BB03FF}"/>
              </a:ext>
            </a:extLst>
          </p:cNvPr>
          <p:cNvSpPr>
            <a:spLocks noGrp="1"/>
          </p:cNvSpPr>
          <p:nvPr>
            <p:ph type="ftr" sz="quarter" idx="15"/>
          </p:nvPr>
        </p:nvSpPr>
        <p:spPr/>
        <p:txBody>
          <a:bodyPr/>
          <a:lstStyle/>
          <a:p>
            <a:endParaRPr lang="en-GB"/>
          </a:p>
        </p:txBody>
      </p:sp>
      <p:sp>
        <p:nvSpPr>
          <p:cNvPr id="2" name="Date Placeholder 1">
            <a:extLst>
              <a:ext uri="{FF2B5EF4-FFF2-40B4-BE49-F238E27FC236}">
                <a16:creationId xmlns:a16="http://schemas.microsoft.com/office/drawing/2014/main" id="{242E183F-1B3D-52A7-11D9-594D24E5F252}"/>
              </a:ext>
            </a:extLst>
          </p:cNvPr>
          <p:cNvSpPr>
            <a:spLocks noGrp="1"/>
          </p:cNvSpPr>
          <p:nvPr>
            <p:ph type="dt" sz="half" idx="17"/>
          </p:nvPr>
        </p:nvSpPr>
        <p:spPr/>
        <p:txBody>
          <a:bodyPr/>
          <a:lstStyle/>
          <a:p>
            <a:fld id="{B815C360-7C96-8C40-B269-0BD063E88660}" type="datetime1">
              <a:rPr lang="nb-NO" smtClean="0"/>
              <a:t>23.01.2026</a:t>
            </a:fld>
            <a:endParaRPr lang="en-GB"/>
          </a:p>
        </p:txBody>
      </p:sp>
      <p:sp>
        <p:nvSpPr>
          <p:cNvPr id="6" name="Tittel 5">
            <a:extLst>
              <a:ext uri="{FF2B5EF4-FFF2-40B4-BE49-F238E27FC236}">
                <a16:creationId xmlns:a16="http://schemas.microsoft.com/office/drawing/2014/main" id="{180C5FB5-029F-BBE6-0787-49B5622A1175}"/>
              </a:ext>
            </a:extLst>
          </p:cNvPr>
          <p:cNvSpPr>
            <a:spLocks noGrp="1"/>
          </p:cNvSpPr>
          <p:nvPr>
            <p:ph type="title" hasCustomPrompt="1"/>
          </p:nvPr>
        </p:nvSpPr>
        <p:spPr/>
        <p:txBody>
          <a:bodyPr/>
          <a:lstStyle/>
          <a:p>
            <a:r>
              <a:rPr lang="nb" dirty="0"/>
              <a:t>Klikk for å redigere</a:t>
            </a:r>
            <a:endParaRPr lang="en-GB" dirty="0"/>
          </a:p>
        </p:txBody>
      </p:sp>
      <p:sp>
        <p:nvSpPr>
          <p:cNvPr id="10" name="TekstSylinder 50">
            <a:extLst>
              <a:ext uri="{FF2B5EF4-FFF2-40B4-BE49-F238E27FC236}">
                <a16:creationId xmlns:a16="http://schemas.microsoft.com/office/drawing/2014/main" id="{D9D8E22D-3A82-FA52-9AB4-006198E486B7}"/>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7994317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Imag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DAD9BE5F-9865-4595-26CD-245C1125A542}"/>
              </a:ext>
            </a:extLst>
          </p:cNvPr>
          <p:cNvSpPr>
            <a:spLocks noGrp="1"/>
          </p:cNvSpPr>
          <p:nvPr>
            <p:ph type="pic" sz="quarter" idx="15"/>
          </p:nvPr>
        </p:nvSpPr>
        <p:spPr bwMode="gray">
          <a:xfrm>
            <a:off x="6096795" y="0"/>
            <a:ext cx="6095205" cy="6858000"/>
          </a:xfrm>
          <a:prstGeom prst="rect">
            <a:avLst/>
          </a:prstGeom>
          <a:noFill/>
        </p:spPr>
        <p:txBody>
          <a:bodyPr wrap="square" tIns="2880000">
            <a:noAutofit/>
          </a:bodyPr>
          <a:lstStyle>
            <a:lvl1pPr marL="0" marR="0" indent="0" algn="ctr" defTabSz="914400" rtl="0" eaLnBrk="1" fontAlgn="auto" latinLnBrk="0" hangingPunct="1">
              <a:lnSpc>
                <a:spcPct val="110000"/>
              </a:lnSpc>
              <a:spcBef>
                <a:spcPts val="1000"/>
              </a:spcBef>
              <a:spcAft>
                <a:spcPts val="0"/>
              </a:spcAft>
              <a:buClr>
                <a:schemeClr val="accent1"/>
              </a:buClr>
              <a:buSzTx/>
              <a:buFont typeface="Arial" panose="020B0604020202020204" pitchFamily="34" charset="0"/>
              <a:buNone/>
              <a:tabLst/>
              <a:defRPr sz="1200"/>
            </a:lvl1pPr>
          </a:lstStyle>
          <a:p>
            <a:pPr marL="0" marR="0" lvl="0" indent="0" algn="ctr" defTabSz="914400" rtl="0" eaLnBrk="1" fontAlgn="auto" latinLnBrk="0" hangingPunct="1">
              <a:lnSpc>
                <a:spcPct val="110000"/>
              </a:lnSpc>
              <a:spcBef>
                <a:spcPts val="1000"/>
              </a:spcBef>
              <a:spcAft>
                <a:spcPts val="0"/>
              </a:spcAft>
              <a:buClr>
                <a:schemeClr val="accent1"/>
              </a:buClr>
              <a:buSzTx/>
              <a:buFont typeface="Arial" panose="020B0604020202020204" pitchFamily="34" charset="0"/>
              <a:buNone/>
              <a:tabLst/>
              <a:defRPr/>
            </a:pPr>
            <a:r>
              <a:rPr lang="nb-NO" noProof="0"/>
              <a:t>Klikk på ikonet for å legge til et bilde</a:t>
            </a:r>
            <a:endParaRPr lang="nb" noProof="0"/>
          </a:p>
        </p:txBody>
      </p:sp>
      <p:sp>
        <p:nvSpPr>
          <p:cNvPr id="2" name="Section title">
            <a:extLst>
              <a:ext uri="{FF2B5EF4-FFF2-40B4-BE49-F238E27FC236}">
                <a16:creationId xmlns:a16="http://schemas.microsoft.com/office/drawing/2014/main" id="{51F922AF-ABF3-8E9E-29BF-28A8A11AA70E}"/>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0" y="2015999"/>
            <a:ext cx="5088350" cy="4172075"/>
          </a:xfrm>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4" name="Date Placeholder 3">
            <a:extLst>
              <a:ext uri="{FF2B5EF4-FFF2-40B4-BE49-F238E27FC236}">
                <a16:creationId xmlns:a16="http://schemas.microsoft.com/office/drawing/2014/main" id="{2FE8D026-F7A3-E725-4DC0-4B17CAF1D9BC}"/>
              </a:ext>
            </a:extLst>
          </p:cNvPr>
          <p:cNvSpPr>
            <a:spLocks noGrp="1"/>
          </p:cNvSpPr>
          <p:nvPr>
            <p:ph type="dt" sz="half" idx="16"/>
          </p:nvPr>
        </p:nvSpPr>
        <p:spPr/>
        <p:txBody>
          <a:bodyPr/>
          <a:lstStyle/>
          <a:p>
            <a:fld id="{6BCA9D67-D9BD-BD48-9DBC-254BA0CDAE9F}" type="datetime1">
              <a:rPr lang="nb-NO" smtClean="0"/>
              <a:t>23.01.2026</a:t>
            </a:fld>
            <a:endParaRPr lang="en-GB"/>
          </a:p>
        </p:txBody>
      </p:sp>
      <p:sp>
        <p:nvSpPr>
          <p:cNvPr id="6" name="Tittel 5">
            <a:extLst>
              <a:ext uri="{FF2B5EF4-FFF2-40B4-BE49-F238E27FC236}">
                <a16:creationId xmlns:a16="http://schemas.microsoft.com/office/drawing/2014/main" id="{1F3C7B05-28F7-0B1A-95A8-340F25EC19F2}"/>
              </a:ext>
            </a:extLst>
          </p:cNvPr>
          <p:cNvSpPr>
            <a:spLocks noGrp="1"/>
          </p:cNvSpPr>
          <p:nvPr>
            <p:ph type="title" hasCustomPrompt="1"/>
          </p:nvPr>
        </p:nvSpPr>
        <p:spPr>
          <a:xfrm>
            <a:off x="539999" y="859515"/>
            <a:ext cx="5088350" cy="1123200"/>
          </a:xfrm>
        </p:spPr>
        <p:txBody>
          <a:bodyPr/>
          <a:lstStyle/>
          <a:p>
            <a:r>
              <a:rPr lang="nb" dirty="0"/>
              <a:t>Klikk for å redigere</a:t>
            </a:r>
            <a:endParaRPr lang="en-GB" dirty="0"/>
          </a:p>
        </p:txBody>
      </p:sp>
      <p:sp>
        <p:nvSpPr>
          <p:cNvPr id="9" name="Text Placeholder 13">
            <a:extLst>
              <a:ext uri="{FF2B5EF4-FFF2-40B4-BE49-F238E27FC236}">
                <a16:creationId xmlns:a16="http://schemas.microsoft.com/office/drawing/2014/main" id="{77E0C388-0430-F67E-A814-0D7FB534C23C}"/>
              </a:ext>
              <a:ext uri="{C183D7F6-B498-43B3-948B-1728B52AA6E4}">
                <adec:decorative xmlns:adec="http://schemas.microsoft.com/office/drawing/2017/decorative" val="1"/>
              </a:ext>
            </a:extLst>
          </p:cNvPr>
          <p:cNvSpPr>
            <a:spLocks noGrp="1" noChangeAspect="1"/>
          </p:cNvSpPr>
          <p:nvPr>
            <p:ph type="body" sz="quarter" idx="22"/>
          </p:nvPr>
        </p:nvSpPr>
        <p:spPr>
          <a:xfrm>
            <a:off x="11811165" y="6500409"/>
            <a:ext cx="205200" cy="186545"/>
          </a:xfrm>
          <a:blipFill dpi="0" rotWithShape="1">
            <a:blip r:embed="rId2">
              <a:extLst>
                <a:ext uri="{96DAC541-7B7A-43D3-8B79-37D633B846F1}">
                  <asvg:svgBlip xmlns:asvg="http://schemas.microsoft.com/office/drawing/2016/SVG/main" r:embed="rId3"/>
                </a:ext>
              </a:extLst>
            </a:blip>
            <a:srcRect/>
            <a:stretch>
              <a:fillRect/>
            </a:stretch>
          </a:blipFill>
        </p:spPr>
        <p:txBody>
          <a:bodyPr>
            <a:normAutofit/>
          </a:bodyPr>
          <a:lstStyle>
            <a:lvl1pPr marL="6350" indent="0">
              <a:buNone/>
              <a:tabLst/>
              <a:defRPr sz="100">
                <a:solidFill>
                  <a:schemeClr val="bg2"/>
                </a:solidFill>
              </a:defRPr>
            </a:lvl1pPr>
            <a:lvl2pPr marL="6350" indent="0">
              <a:buNone/>
              <a:tabLst/>
              <a:defRPr sz="100"/>
            </a:lvl2pPr>
            <a:lvl3pPr marL="6350" indent="0">
              <a:buNone/>
              <a:tabLst/>
              <a:defRPr sz="100"/>
            </a:lvl3pPr>
            <a:lvl4pPr marL="6350" indent="0">
              <a:buNone/>
              <a:tabLst/>
              <a:defRPr sz="100"/>
            </a:lvl4pPr>
            <a:lvl5pPr marL="6350" indent="0">
              <a:buNone/>
              <a:tabLst/>
              <a:defRPr sz="100"/>
            </a:lvl5pPr>
          </a:lstStyle>
          <a:p>
            <a:pPr lvl="0"/>
            <a:r>
              <a:rPr lang="nb-NO"/>
              <a:t>Klikk for å redigere tekststiler i malen</a:t>
            </a:r>
          </a:p>
        </p:txBody>
      </p:sp>
      <p:sp>
        <p:nvSpPr>
          <p:cNvPr id="5" name="TekstSylinder 50">
            <a:extLst>
              <a:ext uri="{FF2B5EF4-FFF2-40B4-BE49-F238E27FC236}">
                <a16:creationId xmlns:a16="http://schemas.microsoft.com/office/drawing/2014/main" id="{B1FBEB96-5491-E853-8376-076A25C732BC}"/>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7422564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Image Dark">
    <p:bg>
      <p:bgRef idx="1001">
        <a:schemeClr val="bg1"/>
      </p:bgRef>
    </p:bg>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1F922AF-ABF3-8E9E-29BF-28A8A11AA70E}"/>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0" y="2015999"/>
            <a:ext cx="5088350" cy="4172075"/>
          </a:xfrm>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7" name="Picture Placeholder 6">
            <a:extLst>
              <a:ext uri="{FF2B5EF4-FFF2-40B4-BE49-F238E27FC236}">
                <a16:creationId xmlns:a16="http://schemas.microsoft.com/office/drawing/2014/main" id="{CDEFC025-AAFC-DB1C-E9D4-57997E745C82}"/>
              </a:ext>
            </a:extLst>
          </p:cNvPr>
          <p:cNvSpPr>
            <a:spLocks noGrp="1"/>
          </p:cNvSpPr>
          <p:nvPr>
            <p:ph type="pic" sz="quarter" idx="15"/>
          </p:nvPr>
        </p:nvSpPr>
        <p:spPr bwMode="gray">
          <a:xfrm>
            <a:off x="6096795" y="0"/>
            <a:ext cx="6095205" cy="6858000"/>
          </a:xfrm>
          <a:prstGeom prst="rect">
            <a:avLst/>
          </a:prstGeom>
          <a:solidFill>
            <a:schemeClr val="bg1"/>
          </a:solidFill>
        </p:spPr>
        <p:txBody>
          <a:bodyPr wrap="square" tIns="2880000">
            <a:noAutofit/>
          </a:bodyPr>
          <a:lstStyle>
            <a:lvl1pPr marL="0" indent="0" algn="ctr">
              <a:buNone/>
              <a:defRPr sz="1200"/>
            </a:lvl1pPr>
          </a:lstStyle>
          <a:p>
            <a:r>
              <a:rPr lang="nb-NO"/>
              <a:t>Klikk på ikonet for å legge til et bilde</a:t>
            </a:r>
          </a:p>
        </p:txBody>
      </p:sp>
      <p:sp>
        <p:nvSpPr>
          <p:cNvPr id="5" name="Date Placeholder 4">
            <a:extLst>
              <a:ext uri="{FF2B5EF4-FFF2-40B4-BE49-F238E27FC236}">
                <a16:creationId xmlns:a16="http://schemas.microsoft.com/office/drawing/2014/main" id="{EC864503-6AD9-7194-CF17-38B4DFE0D284}"/>
              </a:ext>
            </a:extLst>
          </p:cNvPr>
          <p:cNvSpPr>
            <a:spLocks noGrp="1"/>
          </p:cNvSpPr>
          <p:nvPr>
            <p:ph type="dt" sz="half" idx="16"/>
          </p:nvPr>
        </p:nvSpPr>
        <p:spPr/>
        <p:txBody>
          <a:bodyPr/>
          <a:lstStyle/>
          <a:p>
            <a:fld id="{FFE3286A-4F6F-A84C-B022-A7FE66FD1514}" type="datetime1">
              <a:rPr lang="nb-NO" smtClean="0"/>
              <a:t>23.01.2026</a:t>
            </a:fld>
            <a:endParaRPr lang="en-GB"/>
          </a:p>
        </p:txBody>
      </p:sp>
      <p:sp>
        <p:nvSpPr>
          <p:cNvPr id="9" name="Footer Placeholder 8">
            <a:extLst>
              <a:ext uri="{FF2B5EF4-FFF2-40B4-BE49-F238E27FC236}">
                <a16:creationId xmlns:a16="http://schemas.microsoft.com/office/drawing/2014/main" id="{72E2E94C-2832-3553-57B8-9C68B562F338}"/>
              </a:ext>
            </a:extLst>
          </p:cNvPr>
          <p:cNvSpPr>
            <a:spLocks noGrp="1"/>
          </p:cNvSpPr>
          <p:nvPr>
            <p:ph type="ftr" sz="quarter" idx="17"/>
          </p:nvPr>
        </p:nvSpPr>
        <p:spPr/>
        <p:txBody>
          <a:bodyPr/>
          <a:lstStyle/>
          <a:p>
            <a:endParaRPr lang="en-GB"/>
          </a:p>
        </p:txBody>
      </p:sp>
      <p:sp>
        <p:nvSpPr>
          <p:cNvPr id="10" name="Slide Number Placeholder 9">
            <a:extLst>
              <a:ext uri="{FF2B5EF4-FFF2-40B4-BE49-F238E27FC236}">
                <a16:creationId xmlns:a16="http://schemas.microsoft.com/office/drawing/2014/main" id="{F0AF7F6D-4D69-B368-9433-94E93D9DC4F7}"/>
              </a:ext>
            </a:extLst>
          </p:cNvPr>
          <p:cNvSpPr>
            <a:spLocks noGrp="1"/>
          </p:cNvSpPr>
          <p:nvPr>
            <p:ph type="sldNum" sz="quarter" idx="18"/>
          </p:nvPr>
        </p:nvSpPr>
        <p:spPr/>
        <p:txBody>
          <a:bodyPr/>
          <a:lstStyle/>
          <a:p>
            <a:fld id="{608810A5-7811-344D-9AE9-EC83104FB54D}" type="slidenum">
              <a:rPr lang="en-GB" smtClean="0"/>
              <a:t>‹#›</a:t>
            </a:fld>
            <a:endParaRPr lang="en-GB"/>
          </a:p>
        </p:txBody>
      </p:sp>
      <p:sp>
        <p:nvSpPr>
          <p:cNvPr id="4" name="Tittel 3">
            <a:extLst>
              <a:ext uri="{FF2B5EF4-FFF2-40B4-BE49-F238E27FC236}">
                <a16:creationId xmlns:a16="http://schemas.microsoft.com/office/drawing/2014/main" id="{0D7DE433-B316-2622-1D09-835D1C3C96ED}"/>
              </a:ext>
            </a:extLst>
          </p:cNvPr>
          <p:cNvSpPr>
            <a:spLocks noGrp="1"/>
          </p:cNvSpPr>
          <p:nvPr>
            <p:ph type="title" hasCustomPrompt="1"/>
          </p:nvPr>
        </p:nvSpPr>
        <p:spPr>
          <a:xfrm>
            <a:off x="539999" y="859515"/>
            <a:ext cx="5088350" cy="1123200"/>
          </a:xfrm>
        </p:spPr>
        <p:txBody>
          <a:bodyPr/>
          <a:lstStyle/>
          <a:p>
            <a:r>
              <a:rPr lang="nb" dirty="0"/>
              <a:t>Klikk for å redigere</a:t>
            </a:r>
            <a:endParaRPr lang="en-GB" dirty="0"/>
          </a:p>
        </p:txBody>
      </p:sp>
      <p:sp>
        <p:nvSpPr>
          <p:cNvPr id="6" name="Text Placeholder 13">
            <a:extLst>
              <a:ext uri="{FF2B5EF4-FFF2-40B4-BE49-F238E27FC236}">
                <a16:creationId xmlns:a16="http://schemas.microsoft.com/office/drawing/2014/main" id="{50EAA09C-3D65-1B69-DCD4-FFCC13D6B459}"/>
              </a:ext>
              <a:ext uri="{C183D7F6-B498-43B3-948B-1728B52AA6E4}">
                <adec:decorative xmlns:adec="http://schemas.microsoft.com/office/drawing/2017/decorative" val="1"/>
              </a:ext>
            </a:extLst>
          </p:cNvPr>
          <p:cNvSpPr>
            <a:spLocks noGrp="1" noChangeAspect="1"/>
          </p:cNvSpPr>
          <p:nvPr>
            <p:ph type="body" sz="quarter" idx="22"/>
          </p:nvPr>
        </p:nvSpPr>
        <p:spPr>
          <a:xfrm>
            <a:off x="11811165" y="6500409"/>
            <a:ext cx="205200" cy="186545"/>
          </a:xfrm>
          <a:blipFill dpi="0" rotWithShape="1">
            <a:blip r:embed="rId2">
              <a:extLst>
                <a:ext uri="{96DAC541-7B7A-43D3-8B79-37D633B846F1}">
                  <asvg:svgBlip xmlns:asvg="http://schemas.microsoft.com/office/drawing/2016/SVG/main" r:embed="rId3"/>
                </a:ext>
              </a:extLst>
            </a:blip>
            <a:srcRect/>
            <a:stretch>
              <a:fillRect/>
            </a:stretch>
          </a:blipFill>
        </p:spPr>
        <p:txBody>
          <a:bodyPr>
            <a:normAutofit/>
          </a:bodyPr>
          <a:lstStyle>
            <a:lvl1pPr marL="6350" indent="0">
              <a:buNone/>
              <a:tabLst/>
              <a:defRPr sz="100">
                <a:solidFill>
                  <a:schemeClr val="bg2"/>
                </a:solidFill>
              </a:defRPr>
            </a:lvl1pPr>
            <a:lvl2pPr marL="6350" indent="0">
              <a:buNone/>
              <a:tabLst/>
              <a:defRPr sz="100"/>
            </a:lvl2pPr>
            <a:lvl3pPr marL="6350" indent="0">
              <a:buNone/>
              <a:tabLst/>
              <a:defRPr sz="100"/>
            </a:lvl3pPr>
            <a:lvl4pPr marL="6350" indent="0">
              <a:buNone/>
              <a:tabLst/>
              <a:defRPr sz="100"/>
            </a:lvl4pPr>
            <a:lvl5pPr marL="6350" indent="0">
              <a:buNone/>
              <a:tabLst/>
              <a:defRPr sz="100"/>
            </a:lvl5pPr>
          </a:lstStyle>
          <a:p>
            <a:pPr lvl="0"/>
            <a:r>
              <a:rPr lang="nb-NO"/>
              <a:t>Klikk for å redigere tekststiler i malen</a:t>
            </a:r>
          </a:p>
        </p:txBody>
      </p:sp>
      <p:sp>
        <p:nvSpPr>
          <p:cNvPr id="8" name="TekstSylinder 50">
            <a:extLst>
              <a:ext uri="{FF2B5EF4-FFF2-40B4-BE49-F238E27FC236}">
                <a16:creationId xmlns:a16="http://schemas.microsoft.com/office/drawing/2014/main" id="{C8C5A613-7079-58FA-ECFC-D573771566EE}"/>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166184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ong title and Content">
    <p:spTree>
      <p:nvGrpSpPr>
        <p:cNvPr id="1" name=""/>
        <p:cNvGrpSpPr/>
        <p:nvPr/>
      </p:nvGrpSpPr>
      <p:grpSpPr>
        <a:xfrm>
          <a:off x="0" y="0"/>
          <a:ext cx="0" cy="0"/>
          <a:chOff x="0" y="0"/>
          <a:chExt cx="0" cy="0"/>
        </a:xfrm>
      </p:grpSpPr>
      <p:sp>
        <p:nvSpPr>
          <p:cNvPr id="4" name="Section title">
            <a:extLst>
              <a:ext uri="{FF2B5EF4-FFF2-40B4-BE49-F238E27FC236}">
                <a16:creationId xmlns:a16="http://schemas.microsoft.com/office/drawing/2014/main" id="{649C69DC-E98A-99A8-62D2-45C8024624DB}"/>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Content Placeholder 2">
            <a:extLst>
              <a:ext uri="{FF2B5EF4-FFF2-40B4-BE49-F238E27FC236}">
                <a16:creationId xmlns:a16="http://schemas.microsoft.com/office/drawing/2014/main" id="{FBA1FABA-7059-F446-D4CA-567DE37D532C}"/>
              </a:ext>
            </a:extLst>
          </p:cNvPr>
          <p:cNvSpPr>
            <a:spLocks noGrp="1"/>
          </p:cNvSpPr>
          <p:nvPr>
            <p:ph idx="1" hasCustomPrompt="1"/>
          </p:nvPr>
        </p:nvSpPr>
        <p:spPr>
          <a:xfrm>
            <a:off x="6096794" y="941901"/>
            <a:ext cx="5554323" cy="5246173"/>
          </a:xfrm>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7" name="Slide Number Placeholder 6">
            <a:extLst>
              <a:ext uri="{FF2B5EF4-FFF2-40B4-BE49-F238E27FC236}">
                <a16:creationId xmlns:a16="http://schemas.microsoft.com/office/drawing/2014/main" id="{17515C8A-7C4E-C092-CCE9-157348AE1B1C}"/>
              </a:ext>
            </a:extLst>
          </p:cNvPr>
          <p:cNvSpPr>
            <a:spLocks noGrp="1"/>
          </p:cNvSpPr>
          <p:nvPr>
            <p:ph type="sldNum" sz="quarter" idx="12"/>
          </p:nvPr>
        </p:nvSpPr>
        <p:spPr/>
        <p:txBody>
          <a:bodyPr/>
          <a:lstStyle/>
          <a:p>
            <a:fld id="{608810A5-7811-344D-9AE9-EC83104FB54D}" type="slidenum">
              <a:rPr lang="en-GB" smtClean="0"/>
              <a:t>‹#›</a:t>
            </a:fld>
            <a:endParaRPr lang="en-GB"/>
          </a:p>
        </p:txBody>
      </p:sp>
      <p:sp>
        <p:nvSpPr>
          <p:cNvPr id="5" name="Footer Placeholder 4">
            <a:extLst>
              <a:ext uri="{FF2B5EF4-FFF2-40B4-BE49-F238E27FC236}">
                <a16:creationId xmlns:a16="http://schemas.microsoft.com/office/drawing/2014/main" id="{163984F5-EC0C-34C5-8171-4C225E37899F}"/>
              </a:ext>
            </a:extLst>
          </p:cNvPr>
          <p:cNvSpPr>
            <a:spLocks noGrp="1"/>
          </p:cNvSpPr>
          <p:nvPr>
            <p:ph type="ftr" sz="quarter" idx="13"/>
          </p:nvPr>
        </p:nvSpPr>
        <p:spPr/>
        <p:txBody>
          <a:bodyPr/>
          <a:lstStyle/>
          <a:p>
            <a:endParaRPr lang="en-GB"/>
          </a:p>
        </p:txBody>
      </p:sp>
      <p:sp>
        <p:nvSpPr>
          <p:cNvPr id="2" name="Date Placeholder 1">
            <a:extLst>
              <a:ext uri="{FF2B5EF4-FFF2-40B4-BE49-F238E27FC236}">
                <a16:creationId xmlns:a16="http://schemas.microsoft.com/office/drawing/2014/main" id="{7924C779-2C98-F48F-1931-EEECB9053770}"/>
              </a:ext>
            </a:extLst>
          </p:cNvPr>
          <p:cNvSpPr>
            <a:spLocks noGrp="1"/>
          </p:cNvSpPr>
          <p:nvPr>
            <p:ph type="dt" sz="half" idx="15"/>
          </p:nvPr>
        </p:nvSpPr>
        <p:spPr/>
        <p:txBody>
          <a:bodyPr/>
          <a:lstStyle/>
          <a:p>
            <a:fld id="{D3B811D1-B507-754E-8685-9640AFEB5E10}" type="datetime1">
              <a:rPr lang="nb-NO" smtClean="0"/>
              <a:t>23.01.2026</a:t>
            </a:fld>
            <a:endParaRPr lang="en-GB"/>
          </a:p>
        </p:txBody>
      </p:sp>
      <p:sp>
        <p:nvSpPr>
          <p:cNvPr id="9" name="Tittel 8">
            <a:extLst>
              <a:ext uri="{FF2B5EF4-FFF2-40B4-BE49-F238E27FC236}">
                <a16:creationId xmlns:a16="http://schemas.microsoft.com/office/drawing/2014/main" id="{11D5C898-71C6-6972-6D33-F856F2477DB5}"/>
              </a:ext>
            </a:extLst>
          </p:cNvPr>
          <p:cNvSpPr>
            <a:spLocks noGrp="1"/>
          </p:cNvSpPr>
          <p:nvPr>
            <p:ph type="title" hasCustomPrompt="1"/>
          </p:nvPr>
        </p:nvSpPr>
        <p:spPr>
          <a:xfrm>
            <a:off x="539999" y="859515"/>
            <a:ext cx="5086800" cy="5328560"/>
          </a:xfrm>
        </p:spPr>
        <p:txBody>
          <a:bodyPr/>
          <a:lstStyle/>
          <a:p>
            <a:r>
              <a:rPr lang="nb" dirty="0"/>
              <a:t>Klikk for å redigere</a:t>
            </a:r>
            <a:endParaRPr lang="en-GB" dirty="0"/>
          </a:p>
        </p:txBody>
      </p:sp>
      <p:sp>
        <p:nvSpPr>
          <p:cNvPr id="6" name="TekstSylinder 50">
            <a:extLst>
              <a:ext uri="{FF2B5EF4-FFF2-40B4-BE49-F238E27FC236}">
                <a16:creationId xmlns:a16="http://schemas.microsoft.com/office/drawing/2014/main" id="{6454A34A-BFEE-ED5C-7EC4-6BC9EE0C976D}"/>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621469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ong title and Content Dark">
    <p:bg>
      <p:bgRef idx="1001">
        <a:schemeClr val="bg1"/>
      </p:bgRef>
    </p:bg>
    <p:spTree>
      <p:nvGrpSpPr>
        <p:cNvPr id="1" name=""/>
        <p:cNvGrpSpPr/>
        <p:nvPr/>
      </p:nvGrpSpPr>
      <p:grpSpPr>
        <a:xfrm>
          <a:off x="0" y="0"/>
          <a:ext cx="0" cy="0"/>
          <a:chOff x="0" y="0"/>
          <a:chExt cx="0" cy="0"/>
        </a:xfrm>
      </p:grpSpPr>
      <p:sp>
        <p:nvSpPr>
          <p:cNvPr id="4" name="Section title">
            <a:extLst>
              <a:ext uri="{FF2B5EF4-FFF2-40B4-BE49-F238E27FC236}">
                <a16:creationId xmlns:a16="http://schemas.microsoft.com/office/drawing/2014/main" id="{649C69DC-E98A-99A8-62D2-45C8024624DB}"/>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Content Placeholder 2">
            <a:extLst>
              <a:ext uri="{FF2B5EF4-FFF2-40B4-BE49-F238E27FC236}">
                <a16:creationId xmlns:a16="http://schemas.microsoft.com/office/drawing/2014/main" id="{FBA1FABA-7059-F446-D4CA-567DE37D532C}"/>
              </a:ext>
            </a:extLst>
          </p:cNvPr>
          <p:cNvSpPr>
            <a:spLocks noGrp="1"/>
          </p:cNvSpPr>
          <p:nvPr>
            <p:ph idx="1" hasCustomPrompt="1"/>
          </p:nvPr>
        </p:nvSpPr>
        <p:spPr>
          <a:xfrm>
            <a:off x="6096794" y="941901"/>
            <a:ext cx="5554323" cy="5246173"/>
          </a:xfrm>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6" name="Date Placeholder 5">
            <a:extLst>
              <a:ext uri="{FF2B5EF4-FFF2-40B4-BE49-F238E27FC236}">
                <a16:creationId xmlns:a16="http://schemas.microsoft.com/office/drawing/2014/main" id="{97602F6A-8EA9-0DEF-7E6D-41BB94B076A6}"/>
              </a:ext>
            </a:extLst>
          </p:cNvPr>
          <p:cNvSpPr>
            <a:spLocks noGrp="1"/>
          </p:cNvSpPr>
          <p:nvPr>
            <p:ph type="dt" sz="half" idx="15"/>
          </p:nvPr>
        </p:nvSpPr>
        <p:spPr/>
        <p:txBody>
          <a:bodyPr/>
          <a:lstStyle/>
          <a:p>
            <a:fld id="{55054DCB-E7F3-E449-A722-033BE53DD820}" type="datetime1">
              <a:rPr lang="nb-NO" smtClean="0"/>
              <a:t>23.01.2026</a:t>
            </a:fld>
            <a:endParaRPr lang="en-GB"/>
          </a:p>
        </p:txBody>
      </p:sp>
      <p:sp>
        <p:nvSpPr>
          <p:cNvPr id="9" name="Footer Placeholder 8">
            <a:extLst>
              <a:ext uri="{FF2B5EF4-FFF2-40B4-BE49-F238E27FC236}">
                <a16:creationId xmlns:a16="http://schemas.microsoft.com/office/drawing/2014/main" id="{CCDC988D-329E-A6D8-4B26-5B17D95DF7F0}"/>
              </a:ext>
            </a:extLst>
          </p:cNvPr>
          <p:cNvSpPr>
            <a:spLocks noGrp="1"/>
          </p:cNvSpPr>
          <p:nvPr>
            <p:ph type="ftr" sz="quarter" idx="16"/>
          </p:nvPr>
        </p:nvSpPr>
        <p:spPr/>
        <p:txBody>
          <a:bodyPr/>
          <a:lstStyle/>
          <a:p>
            <a:endParaRPr lang="en-GB"/>
          </a:p>
        </p:txBody>
      </p:sp>
      <p:sp>
        <p:nvSpPr>
          <p:cNvPr id="10" name="Slide Number Placeholder 9">
            <a:extLst>
              <a:ext uri="{FF2B5EF4-FFF2-40B4-BE49-F238E27FC236}">
                <a16:creationId xmlns:a16="http://schemas.microsoft.com/office/drawing/2014/main" id="{1AC977A4-84E1-8D4C-6141-734A77CADAD7}"/>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2" name="Tittel 1">
            <a:extLst>
              <a:ext uri="{FF2B5EF4-FFF2-40B4-BE49-F238E27FC236}">
                <a16:creationId xmlns:a16="http://schemas.microsoft.com/office/drawing/2014/main" id="{C570C98A-A54B-C27E-0000-AC1ADAA69762}"/>
              </a:ext>
            </a:extLst>
          </p:cNvPr>
          <p:cNvSpPr>
            <a:spLocks noGrp="1"/>
          </p:cNvSpPr>
          <p:nvPr>
            <p:ph type="title" hasCustomPrompt="1"/>
          </p:nvPr>
        </p:nvSpPr>
        <p:spPr>
          <a:xfrm>
            <a:off x="539999" y="859515"/>
            <a:ext cx="5086800" cy="5328560"/>
          </a:xfrm>
        </p:spPr>
        <p:txBody>
          <a:bodyPr/>
          <a:lstStyle/>
          <a:p>
            <a:r>
              <a:rPr lang="nb" dirty="0"/>
              <a:t>Klikk for å redigere</a:t>
            </a:r>
            <a:endParaRPr lang="en-GB" dirty="0"/>
          </a:p>
        </p:txBody>
      </p:sp>
      <p:sp>
        <p:nvSpPr>
          <p:cNvPr id="5" name="TekstSylinder 50">
            <a:extLst>
              <a:ext uri="{FF2B5EF4-FFF2-40B4-BE49-F238E27FC236}">
                <a16:creationId xmlns:a16="http://schemas.microsoft.com/office/drawing/2014/main" id="{850E3B4B-78DD-85F2-8813-8C74EDF4E6E1}"/>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7793627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ong title and Content Mid spli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5DF7D0-ED21-EA04-E848-15117CA92EA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609600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US" sz="1800" err="1"/>
          </a:p>
        </p:txBody>
      </p:sp>
      <p:sp>
        <p:nvSpPr>
          <p:cNvPr id="5" name="Section title">
            <a:extLst>
              <a:ext uri="{FF2B5EF4-FFF2-40B4-BE49-F238E27FC236}">
                <a16:creationId xmlns:a16="http://schemas.microsoft.com/office/drawing/2014/main" id="{434061EB-80E4-5790-900D-B98FE574BE06}"/>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bg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6563579" y="944654"/>
            <a:ext cx="5091571" cy="524342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9" name="Date Placeholder 8">
            <a:extLst>
              <a:ext uri="{FF2B5EF4-FFF2-40B4-BE49-F238E27FC236}">
                <a16:creationId xmlns:a16="http://schemas.microsoft.com/office/drawing/2014/main" id="{134FFE69-9039-F90F-2A2A-B17E85816537}"/>
              </a:ext>
            </a:extLst>
          </p:cNvPr>
          <p:cNvSpPr>
            <a:spLocks noGrp="1"/>
          </p:cNvSpPr>
          <p:nvPr>
            <p:ph type="dt" sz="half" idx="15"/>
          </p:nvPr>
        </p:nvSpPr>
        <p:spPr/>
        <p:txBody>
          <a:bodyPr/>
          <a:lstStyle/>
          <a:p>
            <a:fld id="{0B62AE21-A135-314A-8CDB-D738DB74C731}" type="datetime1">
              <a:rPr lang="nb-NO" smtClean="0"/>
              <a:t>23.01.2026</a:t>
            </a:fld>
            <a:endParaRPr lang="en-GB"/>
          </a:p>
        </p:txBody>
      </p:sp>
      <p:sp>
        <p:nvSpPr>
          <p:cNvPr id="10" name="Footer Placeholder 9">
            <a:extLst>
              <a:ext uri="{FF2B5EF4-FFF2-40B4-BE49-F238E27FC236}">
                <a16:creationId xmlns:a16="http://schemas.microsoft.com/office/drawing/2014/main" id="{3BBCCABB-4655-F6BD-3D1A-43A56934F25C}"/>
              </a:ext>
            </a:extLst>
          </p:cNvPr>
          <p:cNvSpPr>
            <a:spLocks noGrp="1"/>
          </p:cNvSpPr>
          <p:nvPr>
            <p:ph type="ftr" sz="quarter" idx="16"/>
          </p:nvPr>
        </p:nvSpPr>
        <p:spPr/>
        <p:txBody>
          <a:bodyPr/>
          <a:lstStyle>
            <a:lvl1pPr>
              <a:defRPr>
                <a:solidFill>
                  <a:schemeClr val="bg2"/>
                </a:solidFill>
              </a:defRPr>
            </a:lvl1pPr>
          </a:lstStyle>
          <a:p>
            <a:endParaRPr lang="en-GB"/>
          </a:p>
        </p:txBody>
      </p:sp>
      <p:sp>
        <p:nvSpPr>
          <p:cNvPr id="11" name="Slide Number Placeholder 10">
            <a:extLst>
              <a:ext uri="{FF2B5EF4-FFF2-40B4-BE49-F238E27FC236}">
                <a16:creationId xmlns:a16="http://schemas.microsoft.com/office/drawing/2014/main" id="{ED69D1C4-E336-A11B-57BF-5649DFDA8F15}"/>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6" name="Tittel 5">
            <a:extLst>
              <a:ext uri="{FF2B5EF4-FFF2-40B4-BE49-F238E27FC236}">
                <a16:creationId xmlns:a16="http://schemas.microsoft.com/office/drawing/2014/main" id="{199E3E61-D10A-EE5F-3F14-F35EA5438763}"/>
              </a:ext>
            </a:extLst>
          </p:cNvPr>
          <p:cNvSpPr>
            <a:spLocks noGrp="1"/>
          </p:cNvSpPr>
          <p:nvPr>
            <p:ph type="title" hasCustomPrompt="1"/>
          </p:nvPr>
        </p:nvSpPr>
        <p:spPr>
          <a:xfrm>
            <a:off x="539999" y="859515"/>
            <a:ext cx="5086800" cy="5328560"/>
          </a:xfrm>
        </p:spPr>
        <p:txBody>
          <a:bodyPr/>
          <a:lstStyle>
            <a:lvl1pPr>
              <a:defRPr>
                <a:solidFill>
                  <a:schemeClr val="bg1"/>
                </a:solidFill>
              </a:defRPr>
            </a:lvl1pPr>
          </a:lstStyle>
          <a:p>
            <a:r>
              <a:rPr lang="nb" dirty="0"/>
              <a:t>Klikk for å redigere</a:t>
            </a:r>
            <a:endParaRPr lang="en-GB" dirty="0"/>
          </a:p>
        </p:txBody>
      </p:sp>
      <p:sp>
        <p:nvSpPr>
          <p:cNvPr id="7" name="TekstSylinder 50">
            <a:extLst>
              <a:ext uri="{FF2B5EF4-FFF2-40B4-BE49-F238E27FC236}">
                <a16:creationId xmlns:a16="http://schemas.microsoft.com/office/drawing/2014/main" id="{66A95B51-EA65-04ED-7FAA-19967F6D4384}"/>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side av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251815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15:guide id="1" orient="horz" pos="61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ong title and Content Soft split">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5DF7D0-ED21-EA04-E848-15117CA92EAC}"/>
              </a:ext>
              <a:ext uri="{C183D7F6-B498-43B3-948B-1728B52AA6E4}">
                <adec:decorative xmlns:adec="http://schemas.microsoft.com/office/drawing/2017/decorative" val="1"/>
              </a:ext>
            </a:extLst>
          </p:cNvPr>
          <p:cNvSpPr/>
          <p:nvPr/>
        </p:nvSpPr>
        <p:spPr>
          <a:xfrm>
            <a:off x="0" y="0"/>
            <a:ext cx="609600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US" sz="1800" err="1"/>
          </a:p>
        </p:txBody>
      </p:sp>
      <p:sp>
        <p:nvSpPr>
          <p:cNvPr id="5" name="Section title">
            <a:extLst>
              <a:ext uri="{FF2B5EF4-FFF2-40B4-BE49-F238E27FC236}">
                <a16:creationId xmlns:a16="http://schemas.microsoft.com/office/drawing/2014/main" id="{434061EB-80E4-5790-900D-B98FE574BE06}"/>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bg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6563579" y="944654"/>
            <a:ext cx="5091571" cy="524342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6" name="Date Placeholder 5">
            <a:extLst>
              <a:ext uri="{FF2B5EF4-FFF2-40B4-BE49-F238E27FC236}">
                <a16:creationId xmlns:a16="http://schemas.microsoft.com/office/drawing/2014/main" id="{C9469C1C-43D0-5345-4FBB-753AE898727D}"/>
              </a:ext>
            </a:extLst>
          </p:cNvPr>
          <p:cNvSpPr>
            <a:spLocks noGrp="1"/>
          </p:cNvSpPr>
          <p:nvPr>
            <p:ph type="dt" sz="half" idx="15"/>
          </p:nvPr>
        </p:nvSpPr>
        <p:spPr/>
        <p:txBody>
          <a:bodyPr/>
          <a:lstStyle/>
          <a:p>
            <a:fld id="{67E6CF1B-F983-454F-8BCA-766C8E5E55A6}" type="datetime1">
              <a:rPr lang="nb-NO" smtClean="0"/>
              <a:t>23.01.2026</a:t>
            </a:fld>
            <a:endParaRPr lang="en-GB"/>
          </a:p>
        </p:txBody>
      </p:sp>
      <p:sp>
        <p:nvSpPr>
          <p:cNvPr id="7" name="Footer Placeholder 6">
            <a:extLst>
              <a:ext uri="{FF2B5EF4-FFF2-40B4-BE49-F238E27FC236}">
                <a16:creationId xmlns:a16="http://schemas.microsoft.com/office/drawing/2014/main" id="{BDA0DD14-EE1D-D586-9775-4C2841C29C3B}"/>
              </a:ext>
            </a:extLst>
          </p:cNvPr>
          <p:cNvSpPr>
            <a:spLocks noGrp="1"/>
          </p:cNvSpPr>
          <p:nvPr>
            <p:ph type="ftr" sz="quarter" idx="16"/>
          </p:nvPr>
        </p:nvSpPr>
        <p:spPr/>
        <p:txBody>
          <a:bodyPr/>
          <a:lstStyle>
            <a:lvl1pPr>
              <a:defRPr>
                <a:solidFill>
                  <a:schemeClr val="bg1"/>
                </a:solidFill>
              </a:defRPr>
            </a:lvl1pPr>
          </a:lstStyle>
          <a:p>
            <a:endParaRPr lang="en-GB"/>
          </a:p>
        </p:txBody>
      </p:sp>
      <p:sp>
        <p:nvSpPr>
          <p:cNvPr id="8" name="Slide Number Placeholder 7">
            <a:extLst>
              <a:ext uri="{FF2B5EF4-FFF2-40B4-BE49-F238E27FC236}">
                <a16:creationId xmlns:a16="http://schemas.microsoft.com/office/drawing/2014/main" id="{3B4785BD-DF18-2270-B9A9-DE063D9BD909}"/>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9" name="Tittel 8">
            <a:extLst>
              <a:ext uri="{FF2B5EF4-FFF2-40B4-BE49-F238E27FC236}">
                <a16:creationId xmlns:a16="http://schemas.microsoft.com/office/drawing/2014/main" id="{E41C3E4D-D68E-B096-032D-03BA5598DF1E}"/>
              </a:ext>
            </a:extLst>
          </p:cNvPr>
          <p:cNvSpPr>
            <a:spLocks noGrp="1"/>
          </p:cNvSpPr>
          <p:nvPr>
            <p:ph type="title" hasCustomPrompt="1"/>
          </p:nvPr>
        </p:nvSpPr>
        <p:spPr>
          <a:xfrm>
            <a:off x="539999" y="859515"/>
            <a:ext cx="5086800" cy="5328560"/>
          </a:xfrm>
        </p:spPr>
        <p:txBody>
          <a:bodyPr/>
          <a:lstStyle>
            <a:lvl1pPr>
              <a:defRPr>
                <a:solidFill>
                  <a:schemeClr val="bg1"/>
                </a:solidFill>
              </a:defRPr>
            </a:lvl1pPr>
          </a:lstStyle>
          <a:p>
            <a:r>
              <a:rPr lang="nb" dirty="0"/>
              <a:t>Klikk for å redigere</a:t>
            </a:r>
            <a:endParaRPr lang="en-GB" dirty="0"/>
          </a:p>
        </p:txBody>
      </p:sp>
      <p:sp>
        <p:nvSpPr>
          <p:cNvPr id="4" name="TekstSylinder 50">
            <a:extLst>
              <a:ext uri="{FF2B5EF4-FFF2-40B4-BE49-F238E27FC236}">
                <a16:creationId xmlns:a16="http://schemas.microsoft.com/office/drawing/2014/main" id="{09C7E65C-AA43-E20C-EB8B-224ACE9A377B}"/>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side av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8553859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15:guide id="1" orient="horz" pos="61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are tittel">
    <p:spTree>
      <p:nvGrpSpPr>
        <p:cNvPr id="1" name=""/>
        <p:cNvGrpSpPr/>
        <p:nvPr/>
      </p:nvGrpSpPr>
      <p:grpSpPr>
        <a:xfrm>
          <a:off x="0" y="0"/>
          <a:ext cx="0" cy="0"/>
          <a:chOff x="0" y="0"/>
          <a:chExt cx="0" cy="0"/>
        </a:xfrm>
      </p:grpSpPr>
      <p:sp>
        <p:nvSpPr>
          <p:cNvPr id="8" name="Section title">
            <a:extLst>
              <a:ext uri="{FF2B5EF4-FFF2-40B4-BE49-F238E27FC236}">
                <a16:creationId xmlns:a16="http://schemas.microsoft.com/office/drawing/2014/main" id="{7C983ED9-314D-9A08-FCE1-9049C5CA20D4}"/>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2" name="Title 1">
            <a:extLst>
              <a:ext uri="{FF2B5EF4-FFF2-40B4-BE49-F238E27FC236}">
                <a16:creationId xmlns:a16="http://schemas.microsoft.com/office/drawing/2014/main" id="{1A9F76A3-9772-2EB1-0FBF-6D46B7DAD07B}"/>
              </a:ext>
            </a:extLst>
          </p:cNvPr>
          <p:cNvSpPr>
            <a:spLocks noGrp="1"/>
          </p:cNvSpPr>
          <p:nvPr>
            <p:ph type="title" hasCustomPrompt="1"/>
          </p:nvPr>
        </p:nvSpPr>
        <p:spPr/>
        <p:txBody>
          <a:bodyPr/>
          <a:lstStyle/>
          <a:p>
            <a:r>
              <a:rPr lang="nb" dirty="0"/>
              <a:t>Klikk for å redigere</a:t>
            </a:r>
          </a:p>
        </p:txBody>
      </p:sp>
      <p:sp>
        <p:nvSpPr>
          <p:cNvPr id="5" name="Slide Number Placeholder 4">
            <a:extLst>
              <a:ext uri="{FF2B5EF4-FFF2-40B4-BE49-F238E27FC236}">
                <a16:creationId xmlns:a16="http://schemas.microsoft.com/office/drawing/2014/main" id="{FE78E6DF-7BCA-4393-B3FE-DBBACFCB62AC}"/>
              </a:ext>
            </a:extLst>
          </p:cNvPr>
          <p:cNvSpPr>
            <a:spLocks noGrp="1"/>
          </p:cNvSpPr>
          <p:nvPr>
            <p:ph type="sldNum" sz="quarter" idx="10"/>
          </p:nvPr>
        </p:nvSpPr>
        <p:spPr/>
        <p:txBody>
          <a:bodyPr/>
          <a:lstStyle>
            <a:lvl1pPr>
              <a:defRPr/>
            </a:lvl1pPr>
          </a:lstStyle>
          <a:p>
            <a:fld id="{608810A5-7811-344D-9AE9-EC83104FB54D}" type="slidenum">
              <a:rPr lang="en-GB" smtClean="0"/>
              <a:t>‹#›</a:t>
            </a:fld>
            <a:endParaRPr lang="en-GB"/>
          </a:p>
        </p:txBody>
      </p:sp>
      <p:sp>
        <p:nvSpPr>
          <p:cNvPr id="6" name="Footer Placeholder 5">
            <a:extLst>
              <a:ext uri="{FF2B5EF4-FFF2-40B4-BE49-F238E27FC236}">
                <a16:creationId xmlns:a16="http://schemas.microsoft.com/office/drawing/2014/main" id="{7E2DD893-DFEC-B426-E5C4-94BFE949A431}"/>
              </a:ext>
            </a:extLst>
          </p:cNvPr>
          <p:cNvSpPr>
            <a:spLocks noGrp="1"/>
          </p:cNvSpPr>
          <p:nvPr>
            <p:ph type="ftr" sz="quarter" idx="11"/>
          </p:nvPr>
        </p:nvSpPr>
        <p:spPr/>
        <p:txBody>
          <a:bodyPr/>
          <a:lstStyle/>
          <a:p>
            <a:endParaRPr lang="en-GB"/>
          </a:p>
        </p:txBody>
      </p:sp>
      <p:sp>
        <p:nvSpPr>
          <p:cNvPr id="7" name="Date Placeholder 6">
            <a:extLst>
              <a:ext uri="{FF2B5EF4-FFF2-40B4-BE49-F238E27FC236}">
                <a16:creationId xmlns:a16="http://schemas.microsoft.com/office/drawing/2014/main" id="{77032F68-9716-EC7E-5673-4871298F032D}"/>
              </a:ext>
            </a:extLst>
          </p:cNvPr>
          <p:cNvSpPr>
            <a:spLocks noGrp="1"/>
          </p:cNvSpPr>
          <p:nvPr>
            <p:ph type="dt" sz="half" idx="15"/>
          </p:nvPr>
        </p:nvSpPr>
        <p:spPr/>
        <p:txBody>
          <a:bodyPr/>
          <a:lstStyle/>
          <a:p>
            <a:fld id="{ACF2B031-2066-9040-A7A4-04FEFABA58EB}" type="datetime1">
              <a:rPr lang="nb-NO" smtClean="0"/>
              <a:t>23.01.2026</a:t>
            </a:fld>
            <a:endParaRPr lang="en-GB"/>
          </a:p>
        </p:txBody>
      </p:sp>
      <p:sp>
        <p:nvSpPr>
          <p:cNvPr id="3" name="TekstSylinder 50">
            <a:extLst>
              <a:ext uri="{FF2B5EF4-FFF2-40B4-BE49-F238E27FC236}">
                <a16:creationId xmlns:a16="http://schemas.microsoft.com/office/drawing/2014/main" id="{93DEEDD7-1F06-18A0-FFE9-0D81D8214ABD}"/>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4258519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Only Dark">
    <p:bg>
      <p:bgRef idx="1001">
        <a:schemeClr val="bg1"/>
      </p:bgRef>
    </p:bg>
    <p:spTree>
      <p:nvGrpSpPr>
        <p:cNvPr id="1" name=""/>
        <p:cNvGrpSpPr/>
        <p:nvPr/>
      </p:nvGrpSpPr>
      <p:grpSpPr>
        <a:xfrm>
          <a:off x="0" y="0"/>
          <a:ext cx="0" cy="0"/>
          <a:chOff x="0" y="0"/>
          <a:chExt cx="0" cy="0"/>
        </a:xfrm>
      </p:grpSpPr>
      <p:sp>
        <p:nvSpPr>
          <p:cNvPr id="8" name="Section title">
            <a:extLst>
              <a:ext uri="{FF2B5EF4-FFF2-40B4-BE49-F238E27FC236}">
                <a16:creationId xmlns:a16="http://schemas.microsoft.com/office/drawing/2014/main" id="{7C983ED9-314D-9A08-FCE1-9049C5CA20D4}"/>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2" name="Title 1">
            <a:extLst>
              <a:ext uri="{FF2B5EF4-FFF2-40B4-BE49-F238E27FC236}">
                <a16:creationId xmlns:a16="http://schemas.microsoft.com/office/drawing/2014/main" id="{1A9F76A3-9772-2EB1-0FBF-6D46B7DAD07B}"/>
              </a:ext>
            </a:extLst>
          </p:cNvPr>
          <p:cNvSpPr>
            <a:spLocks noGrp="1"/>
          </p:cNvSpPr>
          <p:nvPr>
            <p:ph type="title" hasCustomPrompt="1"/>
          </p:nvPr>
        </p:nvSpPr>
        <p:spPr/>
        <p:txBody>
          <a:bodyPr/>
          <a:lstStyle/>
          <a:p>
            <a:r>
              <a:rPr lang="nb" dirty="0"/>
              <a:t>Klikk for å redigere</a:t>
            </a:r>
          </a:p>
        </p:txBody>
      </p:sp>
      <p:sp>
        <p:nvSpPr>
          <p:cNvPr id="5" name="Slide Number Placeholder 4">
            <a:extLst>
              <a:ext uri="{FF2B5EF4-FFF2-40B4-BE49-F238E27FC236}">
                <a16:creationId xmlns:a16="http://schemas.microsoft.com/office/drawing/2014/main" id="{FE78E6DF-7BCA-4393-B3FE-DBBACFCB62AC}"/>
              </a:ext>
            </a:extLst>
          </p:cNvPr>
          <p:cNvSpPr>
            <a:spLocks noGrp="1"/>
          </p:cNvSpPr>
          <p:nvPr>
            <p:ph type="sldNum" sz="quarter" idx="10"/>
          </p:nvPr>
        </p:nvSpPr>
        <p:spPr/>
        <p:txBody>
          <a:bodyPr/>
          <a:lstStyle>
            <a:lvl1pPr>
              <a:defRPr/>
            </a:lvl1pPr>
          </a:lstStyle>
          <a:p>
            <a:fld id="{608810A5-7811-344D-9AE9-EC83104FB54D}" type="slidenum">
              <a:rPr lang="en-GB" smtClean="0"/>
              <a:t>‹#›</a:t>
            </a:fld>
            <a:endParaRPr lang="en-GB"/>
          </a:p>
        </p:txBody>
      </p:sp>
      <p:sp>
        <p:nvSpPr>
          <p:cNvPr id="6" name="Footer Placeholder 5">
            <a:extLst>
              <a:ext uri="{FF2B5EF4-FFF2-40B4-BE49-F238E27FC236}">
                <a16:creationId xmlns:a16="http://schemas.microsoft.com/office/drawing/2014/main" id="{7E2DD893-DFEC-B426-E5C4-94BFE949A431}"/>
              </a:ext>
            </a:extLst>
          </p:cNvPr>
          <p:cNvSpPr>
            <a:spLocks noGrp="1"/>
          </p:cNvSpPr>
          <p:nvPr>
            <p:ph type="ftr" sz="quarter" idx="11"/>
          </p:nvPr>
        </p:nvSpPr>
        <p:spPr/>
        <p:txBody>
          <a:bodyPr/>
          <a:lstStyle/>
          <a:p>
            <a:endParaRPr lang="en-GB"/>
          </a:p>
        </p:txBody>
      </p:sp>
      <p:sp>
        <p:nvSpPr>
          <p:cNvPr id="7" name="Date Placeholder 6">
            <a:extLst>
              <a:ext uri="{FF2B5EF4-FFF2-40B4-BE49-F238E27FC236}">
                <a16:creationId xmlns:a16="http://schemas.microsoft.com/office/drawing/2014/main" id="{77032F68-9716-EC7E-5673-4871298F032D}"/>
              </a:ext>
            </a:extLst>
          </p:cNvPr>
          <p:cNvSpPr>
            <a:spLocks noGrp="1"/>
          </p:cNvSpPr>
          <p:nvPr>
            <p:ph type="dt" sz="half" idx="15"/>
          </p:nvPr>
        </p:nvSpPr>
        <p:spPr/>
        <p:txBody>
          <a:bodyPr/>
          <a:lstStyle/>
          <a:p>
            <a:fld id="{ACF2B031-2066-9040-A7A4-04FEFABA58EB}" type="datetime1">
              <a:rPr lang="nb-NO" smtClean="0"/>
              <a:t>23.01.2026</a:t>
            </a:fld>
            <a:endParaRPr lang="en-GB"/>
          </a:p>
        </p:txBody>
      </p:sp>
      <p:sp>
        <p:nvSpPr>
          <p:cNvPr id="3" name="TekstSylinder 50">
            <a:extLst>
              <a:ext uri="{FF2B5EF4-FFF2-40B4-BE49-F238E27FC236}">
                <a16:creationId xmlns:a16="http://schemas.microsoft.com/office/drawing/2014/main" id="{B0A5F520-26AD-EB30-4146-4C8CCF867DE1}"/>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016329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Mid">
    <p:bg>
      <p:bgRef idx="1001">
        <a:schemeClr val="bg2"/>
      </p:bgRef>
    </p:bg>
    <p:spTree>
      <p:nvGrpSpPr>
        <p:cNvPr id="1" name=""/>
        <p:cNvGrpSpPr/>
        <p:nvPr/>
      </p:nvGrpSpPr>
      <p:grpSpPr>
        <a:xfrm>
          <a:off x="0" y="0"/>
          <a:ext cx="0" cy="0"/>
          <a:chOff x="0" y="0"/>
          <a:chExt cx="0" cy="0"/>
        </a:xfrm>
      </p:grpSpPr>
      <p:sp>
        <p:nvSpPr>
          <p:cNvPr id="8" name="Section title">
            <a:extLst>
              <a:ext uri="{FF2B5EF4-FFF2-40B4-BE49-F238E27FC236}">
                <a16:creationId xmlns:a16="http://schemas.microsoft.com/office/drawing/2014/main" id="{7C983ED9-314D-9A08-FCE1-9049C5CA20D4}"/>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2" name="Title 1">
            <a:extLst>
              <a:ext uri="{FF2B5EF4-FFF2-40B4-BE49-F238E27FC236}">
                <a16:creationId xmlns:a16="http://schemas.microsoft.com/office/drawing/2014/main" id="{1A9F76A3-9772-2EB1-0FBF-6D46B7DAD07B}"/>
              </a:ext>
            </a:extLst>
          </p:cNvPr>
          <p:cNvSpPr>
            <a:spLocks noGrp="1"/>
          </p:cNvSpPr>
          <p:nvPr>
            <p:ph type="title" hasCustomPrompt="1"/>
          </p:nvPr>
        </p:nvSpPr>
        <p:spPr>
          <a:xfrm>
            <a:off x="539998" y="859515"/>
            <a:ext cx="8640000" cy="1123200"/>
          </a:xfrm>
        </p:spPr>
        <p:txBody>
          <a:bodyPr/>
          <a:lstStyle>
            <a:lvl1pPr>
              <a:defRPr sz="4500" b="1" i="1">
                <a:latin typeface="+mj-lt"/>
              </a:defRPr>
            </a:lvl1pPr>
          </a:lstStyle>
          <a:p>
            <a:r>
              <a:rPr lang="nb" dirty="0"/>
              <a:t>Klikk for å redigere</a:t>
            </a:r>
          </a:p>
        </p:txBody>
      </p:sp>
      <p:sp>
        <p:nvSpPr>
          <p:cNvPr id="4" name="Date Placeholder 3">
            <a:extLst>
              <a:ext uri="{FF2B5EF4-FFF2-40B4-BE49-F238E27FC236}">
                <a16:creationId xmlns:a16="http://schemas.microsoft.com/office/drawing/2014/main" id="{818885A1-54BB-EE9B-F962-8B6360ECE23C}"/>
              </a:ext>
            </a:extLst>
          </p:cNvPr>
          <p:cNvSpPr>
            <a:spLocks noGrp="1"/>
          </p:cNvSpPr>
          <p:nvPr>
            <p:ph type="dt" sz="half" idx="15"/>
          </p:nvPr>
        </p:nvSpPr>
        <p:spPr/>
        <p:txBody>
          <a:bodyPr/>
          <a:lstStyle/>
          <a:p>
            <a:fld id="{3537F03E-C082-744C-9348-E53F11F09F47}" type="datetime1">
              <a:rPr lang="nb-NO" smtClean="0"/>
              <a:t>23.01.2026</a:t>
            </a:fld>
            <a:endParaRPr lang="en-GB"/>
          </a:p>
        </p:txBody>
      </p:sp>
      <p:sp>
        <p:nvSpPr>
          <p:cNvPr id="7" name="Footer Placeholder 6">
            <a:extLst>
              <a:ext uri="{FF2B5EF4-FFF2-40B4-BE49-F238E27FC236}">
                <a16:creationId xmlns:a16="http://schemas.microsoft.com/office/drawing/2014/main" id="{0C401ACA-E9F2-E265-F6E4-D3455440710E}"/>
              </a:ext>
            </a:extLst>
          </p:cNvPr>
          <p:cNvSpPr>
            <a:spLocks noGrp="1"/>
          </p:cNvSpPr>
          <p:nvPr>
            <p:ph type="ftr" sz="quarter" idx="16"/>
          </p:nvPr>
        </p:nvSpPr>
        <p:spPr/>
        <p:txBody>
          <a:bodyPr/>
          <a:lstStyle/>
          <a:p>
            <a:endParaRPr lang="en-GB" dirty="0"/>
          </a:p>
        </p:txBody>
      </p:sp>
      <p:sp>
        <p:nvSpPr>
          <p:cNvPr id="9" name="Slide Number Placeholder 8">
            <a:extLst>
              <a:ext uri="{FF2B5EF4-FFF2-40B4-BE49-F238E27FC236}">
                <a16:creationId xmlns:a16="http://schemas.microsoft.com/office/drawing/2014/main" id="{1D9E9AE9-185C-D954-A026-E04B1904DF73}"/>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3" name="TekstSylinder 50">
            <a:extLst>
              <a:ext uri="{FF2B5EF4-FFF2-40B4-BE49-F238E27FC236}">
                <a16:creationId xmlns:a16="http://schemas.microsoft.com/office/drawing/2014/main" id="{19208820-B208-3762-A18F-A8FB143E6F5B}"/>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9918948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om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DB737-BBA1-D441-1FB6-01D052B3B3AD}"/>
              </a:ext>
            </a:extLst>
          </p:cNvPr>
          <p:cNvSpPr>
            <a:spLocks noGrp="1"/>
          </p:cNvSpPr>
          <p:nvPr>
            <p:ph type="title" hasCustomPrompt="1"/>
          </p:nvPr>
        </p:nvSpPr>
        <p:spPr>
          <a:xfrm>
            <a:off x="540071" y="504001"/>
            <a:ext cx="724557" cy="292388"/>
          </a:xfrm>
        </p:spPr>
        <p:txBody>
          <a:bodyPr wrap="none">
            <a:spAutoFit/>
          </a:bodyPr>
          <a:lstStyle>
            <a:lvl1pPr>
              <a:lnSpc>
                <a:spcPct val="100000"/>
              </a:lnSpc>
              <a:defRPr sz="1600"/>
            </a:lvl1pPr>
          </a:lstStyle>
          <a:p>
            <a:r>
              <a:rPr lang="nb"/>
              <a:t>Seksjon</a:t>
            </a:r>
            <a:endParaRPr lang="nb-NO"/>
          </a:p>
        </p:txBody>
      </p:sp>
      <p:sp>
        <p:nvSpPr>
          <p:cNvPr id="9" name="Date Placeholder 8">
            <a:extLst>
              <a:ext uri="{FF2B5EF4-FFF2-40B4-BE49-F238E27FC236}">
                <a16:creationId xmlns:a16="http://schemas.microsoft.com/office/drawing/2014/main" id="{C822A581-7119-3836-D55F-04CF4404D31F}"/>
              </a:ext>
            </a:extLst>
          </p:cNvPr>
          <p:cNvSpPr>
            <a:spLocks noGrp="1"/>
          </p:cNvSpPr>
          <p:nvPr>
            <p:ph type="dt" sz="half" idx="10"/>
          </p:nvPr>
        </p:nvSpPr>
        <p:spPr/>
        <p:txBody>
          <a:bodyPr/>
          <a:lstStyle/>
          <a:p>
            <a:fld id="{F09F88EA-ADA6-554F-BA1C-78255CBA13AD}" type="datetime1">
              <a:rPr lang="nb-NO" smtClean="0"/>
              <a:t>23.01.2026</a:t>
            </a:fld>
            <a:endParaRPr lang="en-GB"/>
          </a:p>
        </p:txBody>
      </p:sp>
      <p:sp>
        <p:nvSpPr>
          <p:cNvPr id="10" name="Footer Placeholder 9">
            <a:extLst>
              <a:ext uri="{FF2B5EF4-FFF2-40B4-BE49-F238E27FC236}">
                <a16:creationId xmlns:a16="http://schemas.microsoft.com/office/drawing/2014/main" id="{95C709FF-7147-B96E-1794-0CE8E103EC7D}"/>
              </a:ext>
            </a:extLst>
          </p:cNvPr>
          <p:cNvSpPr>
            <a:spLocks noGrp="1"/>
          </p:cNvSpPr>
          <p:nvPr>
            <p:ph type="ftr" sz="quarter" idx="11"/>
          </p:nvPr>
        </p:nvSpPr>
        <p:spPr/>
        <p:txBody>
          <a:bodyPr/>
          <a:lstStyle/>
          <a:p>
            <a:endParaRPr lang="en-GB"/>
          </a:p>
        </p:txBody>
      </p:sp>
      <p:sp>
        <p:nvSpPr>
          <p:cNvPr id="11" name="Slide Number Placeholder 10">
            <a:extLst>
              <a:ext uri="{FF2B5EF4-FFF2-40B4-BE49-F238E27FC236}">
                <a16:creationId xmlns:a16="http://schemas.microsoft.com/office/drawing/2014/main" id="{4A479E0C-8BA9-F45A-DDDD-968B3BFA6B6E}"/>
              </a:ext>
            </a:extLst>
          </p:cNvPr>
          <p:cNvSpPr>
            <a:spLocks noGrp="1"/>
          </p:cNvSpPr>
          <p:nvPr>
            <p:ph type="sldNum" sz="quarter" idx="12"/>
          </p:nvPr>
        </p:nvSpPr>
        <p:spPr/>
        <p:txBody>
          <a:bodyPr/>
          <a:lstStyle/>
          <a:p>
            <a:fld id="{608810A5-7811-344D-9AE9-EC83104FB54D}" type="slidenum">
              <a:rPr lang="en-GB" smtClean="0"/>
              <a:t>‹#›</a:t>
            </a:fld>
            <a:endParaRPr lang="en-GB"/>
          </a:p>
        </p:txBody>
      </p:sp>
      <p:sp>
        <p:nvSpPr>
          <p:cNvPr id="3" name="TekstSylinder 50">
            <a:extLst>
              <a:ext uri="{FF2B5EF4-FFF2-40B4-BE49-F238E27FC236}">
                <a16:creationId xmlns:a16="http://schemas.microsoft.com/office/drawing/2014/main" id="{6DE18FA5-E550-2C0F-29A7-8A808C636280}"/>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4044501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nk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DB737-BBA1-D441-1FB6-01D052B3B3AD}"/>
              </a:ext>
            </a:extLst>
          </p:cNvPr>
          <p:cNvSpPr>
            <a:spLocks noGrp="1"/>
          </p:cNvSpPr>
          <p:nvPr>
            <p:ph type="title" hasCustomPrompt="1"/>
          </p:nvPr>
        </p:nvSpPr>
        <p:spPr>
          <a:xfrm>
            <a:off x="540071" y="504001"/>
            <a:ext cx="724557" cy="292388"/>
          </a:xfrm>
        </p:spPr>
        <p:txBody>
          <a:bodyPr wrap="none">
            <a:spAutoFit/>
          </a:bodyPr>
          <a:lstStyle>
            <a:lvl1pPr>
              <a:lnSpc>
                <a:spcPct val="100000"/>
              </a:lnSpc>
              <a:defRPr sz="1600"/>
            </a:lvl1pPr>
          </a:lstStyle>
          <a:p>
            <a:r>
              <a:rPr lang="nb"/>
              <a:t>Seksjon</a:t>
            </a:r>
            <a:endParaRPr lang="nb-NO"/>
          </a:p>
        </p:txBody>
      </p:sp>
      <p:sp>
        <p:nvSpPr>
          <p:cNvPr id="4" name="Date Placeholder 3">
            <a:extLst>
              <a:ext uri="{FF2B5EF4-FFF2-40B4-BE49-F238E27FC236}">
                <a16:creationId xmlns:a16="http://schemas.microsoft.com/office/drawing/2014/main" id="{1AE3839D-E356-406C-F658-8D54D4FC32C1}"/>
              </a:ext>
            </a:extLst>
          </p:cNvPr>
          <p:cNvSpPr>
            <a:spLocks noGrp="1"/>
          </p:cNvSpPr>
          <p:nvPr>
            <p:ph type="dt" sz="half" idx="10"/>
          </p:nvPr>
        </p:nvSpPr>
        <p:spPr/>
        <p:txBody>
          <a:bodyPr/>
          <a:lstStyle/>
          <a:p>
            <a:fld id="{BB86C10E-F96E-394D-B3CC-AC5D39981C18}" type="datetime1">
              <a:rPr lang="nb-NO" smtClean="0"/>
              <a:t>23.01.2026</a:t>
            </a:fld>
            <a:endParaRPr lang="en-GB"/>
          </a:p>
        </p:txBody>
      </p:sp>
      <p:sp>
        <p:nvSpPr>
          <p:cNvPr id="7" name="Footer Placeholder 6">
            <a:extLst>
              <a:ext uri="{FF2B5EF4-FFF2-40B4-BE49-F238E27FC236}">
                <a16:creationId xmlns:a16="http://schemas.microsoft.com/office/drawing/2014/main" id="{CE7C9463-E37C-710A-46F1-FAA12A025598}"/>
              </a:ext>
            </a:extLst>
          </p:cNvPr>
          <p:cNvSpPr>
            <a:spLocks noGrp="1"/>
          </p:cNvSpPr>
          <p:nvPr>
            <p:ph type="ftr" sz="quarter" idx="11"/>
          </p:nvPr>
        </p:nvSpPr>
        <p:spPr/>
        <p:txBody>
          <a:bodyPr/>
          <a:lstStyle/>
          <a:p>
            <a:endParaRPr lang="en-GB"/>
          </a:p>
        </p:txBody>
      </p:sp>
      <p:sp>
        <p:nvSpPr>
          <p:cNvPr id="8" name="Slide Number Placeholder 7">
            <a:extLst>
              <a:ext uri="{FF2B5EF4-FFF2-40B4-BE49-F238E27FC236}">
                <a16:creationId xmlns:a16="http://schemas.microsoft.com/office/drawing/2014/main" id="{1FD3633C-83AF-F473-B47E-4FFC1F36A275}"/>
              </a:ext>
            </a:extLst>
          </p:cNvPr>
          <p:cNvSpPr>
            <a:spLocks noGrp="1"/>
          </p:cNvSpPr>
          <p:nvPr>
            <p:ph type="sldNum" sz="quarter" idx="12"/>
          </p:nvPr>
        </p:nvSpPr>
        <p:spPr/>
        <p:txBody>
          <a:bodyPr/>
          <a:lstStyle/>
          <a:p>
            <a:fld id="{608810A5-7811-344D-9AE9-EC83104FB54D}" type="slidenum">
              <a:rPr lang="en-GB" smtClean="0"/>
              <a:t>‹#›</a:t>
            </a:fld>
            <a:endParaRPr lang="en-GB"/>
          </a:p>
        </p:txBody>
      </p:sp>
      <p:sp>
        <p:nvSpPr>
          <p:cNvPr id="3" name="TekstSylinder 50">
            <a:extLst>
              <a:ext uri="{FF2B5EF4-FFF2-40B4-BE49-F238E27FC236}">
                <a16:creationId xmlns:a16="http://schemas.microsoft.com/office/drawing/2014/main" id="{2FB7E2D4-5F95-C2A6-DA6C-B5A39505BB27}"/>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8913306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tatement Soft">
    <p:bg>
      <p:bgRef idx="1001">
        <a:schemeClr val="bg2"/>
      </p:bgRef>
    </p:bg>
    <p:spTree>
      <p:nvGrpSpPr>
        <p:cNvPr id="1" name=""/>
        <p:cNvGrpSpPr/>
        <p:nvPr/>
      </p:nvGrpSpPr>
      <p:grpSpPr>
        <a:xfrm>
          <a:off x="0" y="0"/>
          <a:ext cx="0" cy="0"/>
          <a:chOff x="0" y="0"/>
          <a:chExt cx="0" cy="0"/>
        </a:xfrm>
      </p:grpSpPr>
      <p:sp>
        <p:nvSpPr>
          <p:cNvPr id="9" name="Section title">
            <a:extLst>
              <a:ext uri="{FF2B5EF4-FFF2-40B4-BE49-F238E27FC236}">
                <a16:creationId xmlns:a16="http://schemas.microsoft.com/office/drawing/2014/main" id="{0501F295-BAAF-59A9-812D-E95731BA4BA9}"/>
              </a:ext>
            </a:extLst>
          </p:cNvPr>
          <p:cNvSpPr>
            <a:spLocks noGrp="1"/>
          </p:cNvSpPr>
          <p:nvPr>
            <p:ph type="body" sz="quarter" idx="16"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Text Placeholder 13">
            <a:extLst>
              <a:ext uri="{FF2B5EF4-FFF2-40B4-BE49-F238E27FC236}">
                <a16:creationId xmlns:a16="http://schemas.microsoft.com/office/drawing/2014/main" id="{63CF780C-4B46-044F-B5B5-D7C0E1906D79}"/>
              </a:ext>
            </a:extLst>
          </p:cNvPr>
          <p:cNvSpPr>
            <a:spLocks noGrp="1"/>
          </p:cNvSpPr>
          <p:nvPr>
            <p:ph type="body" sz="quarter" idx="13" hasCustomPrompt="1"/>
          </p:nvPr>
        </p:nvSpPr>
        <p:spPr>
          <a:xfrm>
            <a:off x="539820" y="5664635"/>
            <a:ext cx="5087462" cy="665567"/>
          </a:xfrm>
        </p:spPr>
        <p:txBody>
          <a:bodyPr anchor="b" anchorCtr="0">
            <a:spAutoFit/>
          </a:bodyPr>
          <a:lstStyle>
            <a:lvl1pPr marL="0" indent="0">
              <a:lnSpc>
                <a:spcPct val="110000"/>
              </a:lnSpc>
              <a:spcBef>
                <a:spcPts val="0"/>
              </a:spcBef>
              <a:buNone/>
              <a:defRPr sz="1800">
                <a:solidFill>
                  <a:schemeClr val="tx1"/>
                </a:solidFill>
              </a:defRPr>
            </a:lvl1pPr>
            <a:lvl2pPr marL="180975" indent="-180000">
              <a:lnSpc>
                <a:spcPct val="110000"/>
              </a:lnSpc>
              <a:buFont typeface="Arial" panose="020B0604020202020204" pitchFamily="34" charset="0"/>
              <a:buChar char="•"/>
              <a:tabLst/>
              <a:defRPr sz="18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5" name="Date Placeholder 4">
            <a:extLst>
              <a:ext uri="{FF2B5EF4-FFF2-40B4-BE49-F238E27FC236}">
                <a16:creationId xmlns:a16="http://schemas.microsoft.com/office/drawing/2014/main" id="{C7C78F10-F851-E87B-1E51-A098D054FD3C}"/>
              </a:ext>
            </a:extLst>
          </p:cNvPr>
          <p:cNvSpPr>
            <a:spLocks noGrp="1"/>
          </p:cNvSpPr>
          <p:nvPr>
            <p:ph type="dt" sz="half" idx="21"/>
          </p:nvPr>
        </p:nvSpPr>
        <p:spPr>
          <a:xfrm>
            <a:off x="540000" y="10800000"/>
            <a:ext cx="720475" cy="151200"/>
          </a:xfrm>
        </p:spPr>
        <p:txBody>
          <a:bodyPr/>
          <a:lstStyle/>
          <a:p>
            <a:fld id="{D55FE30D-76D0-B04C-9714-53DA24FF403D}" type="datetime1">
              <a:rPr lang="nb-NO" smtClean="0"/>
              <a:t>23.01.2026</a:t>
            </a:fld>
            <a:endParaRPr lang="en-GB"/>
          </a:p>
        </p:txBody>
      </p:sp>
      <p:sp>
        <p:nvSpPr>
          <p:cNvPr id="10" name="Footer Placeholder 9">
            <a:extLst>
              <a:ext uri="{FF2B5EF4-FFF2-40B4-BE49-F238E27FC236}">
                <a16:creationId xmlns:a16="http://schemas.microsoft.com/office/drawing/2014/main" id="{CE74DD96-AB5B-830E-2826-E6C691F5C3CE}"/>
              </a:ext>
            </a:extLst>
          </p:cNvPr>
          <p:cNvSpPr>
            <a:spLocks noGrp="1"/>
          </p:cNvSpPr>
          <p:nvPr>
            <p:ph type="ftr" sz="quarter" idx="22"/>
          </p:nvPr>
        </p:nvSpPr>
        <p:spPr>
          <a:xfrm>
            <a:off x="1260475"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5F54C595-8626-9C80-6ABA-BFB173793977}"/>
              </a:ext>
            </a:extLst>
          </p:cNvPr>
          <p:cNvSpPr>
            <a:spLocks noGrp="1"/>
          </p:cNvSpPr>
          <p:nvPr>
            <p:ph type="sldNum" sz="quarter" idx="23"/>
          </p:nvPr>
        </p:nvSpPr>
        <p:spPr/>
        <p:txBody>
          <a:bodyPr/>
          <a:lstStyle/>
          <a:p>
            <a:fld id="{608810A5-7811-344D-9AE9-EC83104FB54D}" type="slidenum">
              <a:rPr lang="en-GB" smtClean="0"/>
              <a:t>‹#›</a:t>
            </a:fld>
            <a:endParaRPr lang="en-GB"/>
          </a:p>
        </p:txBody>
      </p:sp>
      <p:sp>
        <p:nvSpPr>
          <p:cNvPr id="6" name="Tittel 5">
            <a:extLst>
              <a:ext uri="{FF2B5EF4-FFF2-40B4-BE49-F238E27FC236}">
                <a16:creationId xmlns:a16="http://schemas.microsoft.com/office/drawing/2014/main" id="{C717AC47-3295-7CE9-88DD-B01B65B2A15D}"/>
              </a:ext>
            </a:extLst>
          </p:cNvPr>
          <p:cNvSpPr>
            <a:spLocks noGrp="1"/>
          </p:cNvSpPr>
          <p:nvPr>
            <p:ph type="title" hasCustomPrompt="1"/>
          </p:nvPr>
        </p:nvSpPr>
        <p:spPr>
          <a:xfrm>
            <a:off x="539999" y="950385"/>
            <a:ext cx="11113200" cy="4434415"/>
          </a:xfrm>
        </p:spPr>
        <p:txBody>
          <a:bodyPr>
            <a:normAutofit/>
          </a:bodyPr>
          <a:lstStyle>
            <a:lvl1pPr>
              <a:defRPr sz="6000" b="1" i="1" kern="4000" spc="-100" baseline="0">
                <a:latin typeface="+mj-lt"/>
              </a:defRPr>
            </a:lvl1pPr>
          </a:lstStyle>
          <a:p>
            <a:r>
              <a:rPr lang="nb" dirty="0"/>
              <a:t>Klikk for å redigere</a:t>
            </a:r>
            <a:endParaRPr lang="en-GB" dirty="0"/>
          </a:p>
        </p:txBody>
      </p:sp>
      <p:sp>
        <p:nvSpPr>
          <p:cNvPr id="2" name="TekstSylinder 50">
            <a:extLst>
              <a:ext uri="{FF2B5EF4-FFF2-40B4-BE49-F238E27FC236}">
                <a16:creationId xmlns:a16="http://schemas.microsoft.com/office/drawing/2014/main" id="{DBCB824A-3901-2E26-0727-0C10009E9D99}"/>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6455429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tatement Dark">
    <p:bg>
      <p:bgRef idx="1001">
        <a:schemeClr val="bg1"/>
      </p:bgRef>
    </p:bg>
    <p:spTree>
      <p:nvGrpSpPr>
        <p:cNvPr id="1" name=""/>
        <p:cNvGrpSpPr/>
        <p:nvPr/>
      </p:nvGrpSpPr>
      <p:grpSpPr>
        <a:xfrm>
          <a:off x="0" y="0"/>
          <a:ext cx="0" cy="0"/>
          <a:chOff x="0" y="0"/>
          <a:chExt cx="0" cy="0"/>
        </a:xfrm>
      </p:grpSpPr>
      <p:sp>
        <p:nvSpPr>
          <p:cNvPr id="9" name="Section title">
            <a:extLst>
              <a:ext uri="{FF2B5EF4-FFF2-40B4-BE49-F238E27FC236}">
                <a16:creationId xmlns:a16="http://schemas.microsoft.com/office/drawing/2014/main" id="{0501F295-BAAF-59A9-812D-E95731BA4BA9}"/>
              </a:ext>
            </a:extLst>
          </p:cNvPr>
          <p:cNvSpPr>
            <a:spLocks noGrp="1"/>
          </p:cNvSpPr>
          <p:nvPr>
            <p:ph type="body" sz="quarter" idx="16"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Text Placeholder 13">
            <a:extLst>
              <a:ext uri="{FF2B5EF4-FFF2-40B4-BE49-F238E27FC236}">
                <a16:creationId xmlns:a16="http://schemas.microsoft.com/office/drawing/2014/main" id="{63CF780C-4B46-044F-B5B5-D7C0E1906D79}"/>
              </a:ext>
            </a:extLst>
          </p:cNvPr>
          <p:cNvSpPr>
            <a:spLocks noGrp="1"/>
          </p:cNvSpPr>
          <p:nvPr>
            <p:ph type="body" sz="quarter" idx="13" hasCustomPrompt="1"/>
          </p:nvPr>
        </p:nvSpPr>
        <p:spPr>
          <a:xfrm>
            <a:off x="539820" y="5664635"/>
            <a:ext cx="5087462" cy="665567"/>
          </a:xfrm>
        </p:spPr>
        <p:txBody>
          <a:bodyPr anchor="b" anchorCtr="0">
            <a:spAutoFit/>
          </a:bodyPr>
          <a:lstStyle>
            <a:lvl1pPr marL="0" indent="0">
              <a:lnSpc>
                <a:spcPct val="110000"/>
              </a:lnSpc>
              <a:spcBef>
                <a:spcPts val="0"/>
              </a:spcBef>
              <a:buNone/>
              <a:defRPr sz="1800">
                <a:solidFill>
                  <a:schemeClr val="tx1"/>
                </a:solidFill>
              </a:defRPr>
            </a:lvl1pPr>
            <a:lvl2pPr marL="180975" indent="-180000">
              <a:lnSpc>
                <a:spcPct val="110000"/>
              </a:lnSpc>
              <a:buFont typeface="Arial" panose="020B0604020202020204" pitchFamily="34" charset="0"/>
              <a:buChar char="•"/>
              <a:tabLst/>
              <a:defRPr sz="18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5" name="Date Placeholder 4">
            <a:extLst>
              <a:ext uri="{FF2B5EF4-FFF2-40B4-BE49-F238E27FC236}">
                <a16:creationId xmlns:a16="http://schemas.microsoft.com/office/drawing/2014/main" id="{C7C78F10-F851-E87B-1E51-A098D054FD3C}"/>
              </a:ext>
            </a:extLst>
          </p:cNvPr>
          <p:cNvSpPr>
            <a:spLocks noGrp="1"/>
          </p:cNvSpPr>
          <p:nvPr>
            <p:ph type="dt" sz="half" idx="21"/>
          </p:nvPr>
        </p:nvSpPr>
        <p:spPr>
          <a:xfrm>
            <a:off x="540000" y="10800000"/>
            <a:ext cx="720475" cy="151200"/>
          </a:xfrm>
        </p:spPr>
        <p:txBody>
          <a:bodyPr/>
          <a:lstStyle/>
          <a:p>
            <a:fld id="{F8CE2160-E85A-A147-A259-E1131CEF1639}" type="datetime1">
              <a:rPr lang="nb-NO" smtClean="0"/>
              <a:t>23.01.2026</a:t>
            </a:fld>
            <a:endParaRPr lang="en-GB"/>
          </a:p>
        </p:txBody>
      </p:sp>
      <p:sp>
        <p:nvSpPr>
          <p:cNvPr id="10" name="Footer Placeholder 9">
            <a:extLst>
              <a:ext uri="{FF2B5EF4-FFF2-40B4-BE49-F238E27FC236}">
                <a16:creationId xmlns:a16="http://schemas.microsoft.com/office/drawing/2014/main" id="{CE74DD96-AB5B-830E-2826-E6C691F5C3CE}"/>
              </a:ext>
            </a:extLst>
          </p:cNvPr>
          <p:cNvSpPr>
            <a:spLocks noGrp="1"/>
          </p:cNvSpPr>
          <p:nvPr>
            <p:ph type="ftr" sz="quarter" idx="22"/>
          </p:nvPr>
        </p:nvSpPr>
        <p:spPr>
          <a:xfrm>
            <a:off x="1260475"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5F54C595-8626-9C80-6ABA-BFB173793977}"/>
              </a:ext>
            </a:extLst>
          </p:cNvPr>
          <p:cNvSpPr>
            <a:spLocks noGrp="1"/>
          </p:cNvSpPr>
          <p:nvPr>
            <p:ph type="sldNum" sz="quarter" idx="23"/>
          </p:nvPr>
        </p:nvSpPr>
        <p:spPr/>
        <p:txBody>
          <a:bodyPr/>
          <a:lstStyle/>
          <a:p>
            <a:fld id="{608810A5-7811-344D-9AE9-EC83104FB54D}" type="slidenum">
              <a:rPr lang="en-GB" smtClean="0"/>
              <a:t>‹#›</a:t>
            </a:fld>
            <a:endParaRPr lang="en-GB"/>
          </a:p>
        </p:txBody>
      </p:sp>
      <p:sp>
        <p:nvSpPr>
          <p:cNvPr id="6" name="Tittel 5">
            <a:extLst>
              <a:ext uri="{FF2B5EF4-FFF2-40B4-BE49-F238E27FC236}">
                <a16:creationId xmlns:a16="http://schemas.microsoft.com/office/drawing/2014/main" id="{C717AC47-3295-7CE9-88DD-B01B65B2A15D}"/>
              </a:ext>
            </a:extLst>
          </p:cNvPr>
          <p:cNvSpPr>
            <a:spLocks noGrp="1"/>
          </p:cNvSpPr>
          <p:nvPr>
            <p:ph type="title" hasCustomPrompt="1"/>
          </p:nvPr>
        </p:nvSpPr>
        <p:spPr>
          <a:xfrm>
            <a:off x="539999" y="950385"/>
            <a:ext cx="11113200" cy="4434415"/>
          </a:xfrm>
        </p:spPr>
        <p:txBody>
          <a:bodyPr>
            <a:normAutofit/>
          </a:bodyPr>
          <a:lstStyle>
            <a:lvl1pPr>
              <a:defRPr sz="6000" b="1" i="1">
                <a:latin typeface="+mj-lt"/>
              </a:defRPr>
            </a:lvl1pPr>
          </a:lstStyle>
          <a:p>
            <a:r>
              <a:rPr lang="nb" dirty="0"/>
              <a:t>Klikk for å redigere</a:t>
            </a:r>
            <a:endParaRPr lang="en-GB" dirty="0"/>
          </a:p>
        </p:txBody>
      </p:sp>
      <p:sp>
        <p:nvSpPr>
          <p:cNvPr id="2" name="TekstSylinder 50">
            <a:extLst>
              <a:ext uri="{FF2B5EF4-FFF2-40B4-BE49-F238E27FC236}">
                <a16:creationId xmlns:a16="http://schemas.microsoft.com/office/drawing/2014/main" id="{00CD05FB-4C11-F47A-AB60-3625F6C3B8D9}"/>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0801028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ong title Image Mid">
    <p:bg>
      <p:bgRef idx="1001">
        <a:schemeClr val="bg2"/>
      </p:bgRef>
    </p:bg>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720BBDE4-EADE-5B93-BD24-220EBDD498F1}"/>
              </a:ext>
            </a:extLst>
          </p:cNvPr>
          <p:cNvSpPr>
            <a:spLocks noGrp="1"/>
          </p:cNvSpPr>
          <p:nvPr>
            <p:ph type="body" sz="quarter" idx="15" hasCustomPrompt="1"/>
          </p:nvPr>
        </p:nvSpPr>
        <p:spPr>
          <a:xfrm>
            <a:off x="6563655"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4" name="Text Placeholder 13">
            <a:extLst>
              <a:ext uri="{FF2B5EF4-FFF2-40B4-BE49-F238E27FC236}">
                <a16:creationId xmlns:a16="http://schemas.microsoft.com/office/drawing/2014/main" id="{49BBB3D2-AA50-2CB3-12E7-C5F254F7EA64}"/>
              </a:ext>
            </a:extLst>
          </p:cNvPr>
          <p:cNvSpPr>
            <a:spLocks noGrp="1"/>
          </p:cNvSpPr>
          <p:nvPr>
            <p:ph type="body" sz="quarter" idx="13" hasCustomPrompt="1"/>
          </p:nvPr>
        </p:nvSpPr>
        <p:spPr>
          <a:xfrm>
            <a:off x="6571769" y="5730037"/>
            <a:ext cx="5087462" cy="600164"/>
          </a:xfrm>
        </p:spPr>
        <p:txBody>
          <a:bodyPr anchor="b" anchorCtr="0">
            <a:spAutoFit/>
          </a:bodyPr>
          <a:lstStyle>
            <a:lvl1pPr marL="0" indent="0">
              <a:spcBef>
                <a:spcPts val="0"/>
              </a:spcBef>
              <a:buNone/>
              <a:defRPr sz="1600"/>
            </a:lvl1pPr>
            <a:lvl2pPr marL="180975" indent="-180000">
              <a:buFont typeface="Arial" panose="020B0604020202020204" pitchFamily="34" charset="0"/>
              <a:buChar char="•"/>
              <a:tabLst/>
              <a:defRPr sz="1600"/>
            </a:lvl2pPr>
            <a:lvl3pPr>
              <a:defRPr sz="1400"/>
            </a:lvl3pPr>
            <a:lvl4pPr>
              <a:defRPr sz="1400"/>
            </a:lvl4pPr>
            <a:lvl5pPr>
              <a:defRPr sz="1400"/>
            </a:lvl5pPr>
          </a:lstStyle>
          <a:p>
            <a:pPr lvl="0"/>
            <a:r>
              <a:rPr lang="nb" dirty="0"/>
              <a:t>Klikk for å redigere</a:t>
            </a:r>
          </a:p>
          <a:p>
            <a:pPr lvl="1"/>
            <a:r>
              <a:rPr lang="nb" dirty="0"/>
              <a:t>Andre nivå</a:t>
            </a:r>
          </a:p>
        </p:txBody>
      </p:sp>
      <p:sp>
        <p:nvSpPr>
          <p:cNvPr id="5" name="Picture Placeholder 9">
            <a:extLst>
              <a:ext uri="{FF2B5EF4-FFF2-40B4-BE49-F238E27FC236}">
                <a16:creationId xmlns:a16="http://schemas.microsoft.com/office/drawing/2014/main" id="{48C5624B-9046-D2CE-06A4-8C9537A00279}"/>
              </a:ext>
            </a:extLst>
          </p:cNvPr>
          <p:cNvSpPr>
            <a:spLocks noGrp="1"/>
          </p:cNvSpPr>
          <p:nvPr>
            <p:ph type="pic" sz="quarter" idx="12"/>
          </p:nvPr>
        </p:nvSpPr>
        <p:spPr bwMode="gray">
          <a:xfrm>
            <a:off x="0" y="0"/>
            <a:ext cx="6095593" cy="6858000"/>
          </a:xfrm>
          <a:prstGeom prst="rect">
            <a:avLst/>
          </a:prstGeom>
          <a:solidFill>
            <a:schemeClr val="bg2"/>
          </a:solidFill>
        </p:spPr>
        <p:txBody>
          <a:bodyPr wrap="square" tIns="2880000">
            <a:noAutofit/>
          </a:bodyPr>
          <a:lstStyle>
            <a:lvl1pPr marL="0" indent="0" algn="ctr">
              <a:buNone/>
              <a:defRPr sz="1400">
                <a:solidFill>
                  <a:schemeClr val="tx1"/>
                </a:solidFill>
              </a:defRPr>
            </a:lvl1pPr>
          </a:lstStyle>
          <a:p>
            <a:pPr marL="0" marR="0" lvl="0" indent="0" algn="ctr" defTabSz="914400" rtl="0" eaLnBrk="1" fontAlgn="auto" latinLnBrk="0" hangingPunct="1">
              <a:lnSpc>
                <a:spcPct val="110000"/>
              </a:lnSpc>
              <a:spcBef>
                <a:spcPts val="1000"/>
              </a:spcBef>
              <a:spcAft>
                <a:spcPts val="0"/>
              </a:spcAft>
              <a:buClr>
                <a:schemeClr val="accent1"/>
              </a:buClr>
              <a:buSzTx/>
              <a:buFont typeface="Arial" panose="020B0604020202020204" pitchFamily="34" charset="0"/>
              <a:buNone/>
              <a:tabLst/>
              <a:defRPr/>
            </a:pPr>
            <a:r>
              <a:rPr lang="nb-NO" noProof="0"/>
              <a:t>Klikk på ikonet for å legge til et bilde</a:t>
            </a:r>
            <a:endParaRPr lang="nb" noProof="0"/>
          </a:p>
        </p:txBody>
      </p:sp>
      <p:sp>
        <p:nvSpPr>
          <p:cNvPr id="4" name="Date Placeholder 3">
            <a:extLst>
              <a:ext uri="{FF2B5EF4-FFF2-40B4-BE49-F238E27FC236}">
                <a16:creationId xmlns:a16="http://schemas.microsoft.com/office/drawing/2014/main" id="{702C5D66-E969-4DD9-8C87-36FD62780D1F}"/>
              </a:ext>
            </a:extLst>
          </p:cNvPr>
          <p:cNvSpPr>
            <a:spLocks noGrp="1"/>
          </p:cNvSpPr>
          <p:nvPr>
            <p:ph type="dt" sz="half" idx="16"/>
          </p:nvPr>
        </p:nvSpPr>
        <p:spPr>
          <a:xfrm>
            <a:off x="540000" y="10800000"/>
            <a:ext cx="720475" cy="151200"/>
          </a:xfrm>
        </p:spPr>
        <p:txBody>
          <a:bodyPr/>
          <a:lstStyle/>
          <a:p>
            <a:fld id="{4C4E72E6-0782-124F-9AFB-F66D50A0A93D}" type="datetime1">
              <a:rPr lang="nb-NO" smtClean="0"/>
              <a:t>23.01.2026</a:t>
            </a:fld>
            <a:endParaRPr lang="en-GB"/>
          </a:p>
        </p:txBody>
      </p:sp>
      <p:sp>
        <p:nvSpPr>
          <p:cNvPr id="10" name="Footer Placeholder 9">
            <a:extLst>
              <a:ext uri="{FF2B5EF4-FFF2-40B4-BE49-F238E27FC236}">
                <a16:creationId xmlns:a16="http://schemas.microsoft.com/office/drawing/2014/main" id="{A711B032-411C-5D8B-2F34-D2C525A76325}"/>
              </a:ext>
            </a:extLst>
          </p:cNvPr>
          <p:cNvSpPr>
            <a:spLocks noGrp="1"/>
          </p:cNvSpPr>
          <p:nvPr>
            <p:ph type="ftr" sz="quarter" idx="17"/>
          </p:nvPr>
        </p:nvSpPr>
        <p:spPr>
          <a:xfrm>
            <a:off x="1260475"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3BCDEE95-5741-1E39-565D-8740B6F79405}"/>
              </a:ext>
            </a:extLst>
          </p:cNvPr>
          <p:cNvSpPr>
            <a:spLocks noGrp="1"/>
          </p:cNvSpPr>
          <p:nvPr>
            <p:ph type="sldNum" sz="quarter" idx="18"/>
          </p:nvPr>
        </p:nvSpPr>
        <p:spPr/>
        <p:txBody>
          <a:bodyPr/>
          <a:lstStyle/>
          <a:p>
            <a:fld id="{608810A5-7811-344D-9AE9-EC83104FB54D}" type="slidenum">
              <a:rPr lang="en-GB" smtClean="0"/>
              <a:t>‹#›</a:t>
            </a:fld>
            <a:endParaRPr lang="en-GB"/>
          </a:p>
        </p:txBody>
      </p:sp>
      <p:sp>
        <p:nvSpPr>
          <p:cNvPr id="2" name="Tittel 1">
            <a:extLst>
              <a:ext uri="{FF2B5EF4-FFF2-40B4-BE49-F238E27FC236}">
                <a16:creationId xmlns:a16="http://schemas.microsoft.com/office/drawing/2014/main" id="{045504DD-77B7-017B-B0DE-7ECF2CBBD08A}"/>
              </a:ext>
            </a:extLst>
          </p:cNvPr>
          <p:cNvSpPr>
            <a:spLocks noGrp="1"/>
          </p:cNvSpPr>
          <p:nvPr>
            <p:ph type="title" hasCustomPrompt="1"/>
          </p:nvPr>
        </p:nvSpPr>
        <p:spPr>
          <a:xfrm>
            <a:off x="6563655" y="859515"/>
            <a:ext cx="5089544" cy="489365"/>
          </a:xfrm>
        </p:spPr>
        <p:txBody>
          <a:bodyPr>
            <a:spAutoFit/>
          </a:bodyPr>
          <a:lstStyle/>
          <a:p>
            <a:r>
              <a:rPr lang="nb" dirty="0"/>
              <a:t>Klikk for å redigere</a:t>
            </a:r>
            <a:endParaRPr lang="en-GB" dirty="0"/>
          </a:p>
        </p:txBody>
      </p:sp>
      <p:sp>
        <p:nvSpPr>
          <p:cNvPr id="3" name="TekstSylinder 50">
            <a:extLst>
              <a:ext uri="{FF2B5EF4-FFF2-40B4-BE49-F238E27FC236}">
                <a16:creationId xmlns:a16="http://schemas.microsoft.com/office/drawing/2014/main" id="{C493D4E8-A400-3C83-8AAA-CAE8DD92C380}"/>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5790772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ong title Image Soft">
    <p:bg>
      <p:bgRef idx="1001">
        <a:schemeClr val="bg2"/>
      </p:bgRef>
    </p:bg>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1F5771B-788D-AEEF-2713-C1E0867AF10F}"/>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4" name="Text Placeholder 13">
            <a:extLst>
              <a:ext uri="{FF2B5EF4-FFF2-40B4-BE49-F238E27FC236}">
                <a16:creationId xmlns:a16="http://schemas.microsoft.com/office/drawing/2014/main" id="{49BBB3D2-AA50-2CB3-12E7-C5F254F7EA64}"/>
              </a:ext>
            </a:extLst>
          </p:cNvPr>
          <p:cNvSpPr>
            <a:spLocks noGrp="1"/>
          </p:cNvSpPr>
          <p:nvPr>
            <p:ph type="body" sz="quarter" idx="13" hasCustomPrompt="1"/>
          </p:nvPr>
        </p:nvSpPr>
        <p:spPr>
          <a:xfrm>
            <a:off x="539820" y="5730037"/>
            <a:ext cx="5087462" cy="600164"/>
          </a:xfrm>
        </p:spPr>
        <p:txBody>
          <a:bodyPr anchor="b" anchorCtr="0">
            <a:spAutoFit/>
          </a:bodyPr>
          <a:lstStyle>
            <a:lvl1pPr marL="0" indent="0">
              <a:spcBef>
                <a:spcPts val="0"/>
              </a:spcBef>
              <a:buNone/>
              <a:defRPr sz="1600"/>
            </a:lvl1pPr>
            <a:lvl2pPr marL="180975" indent="-180000">
              <a:buFont typeface="Arial" panose="020B0604020202020204" pitchFamily="34" charset="0"/>
              <a:buChar char="•"/>
              <a:tabLst/>
              <a:defRPr sz="1600"/>
            </a:lvl2pPr>
            <a:lvl3pPr>
              <a:defRPr sz="1400"/>
            </a:lvl3pPr>
            <a:lvl4pPr>
              <a:defRPr sz="1400"/>
            </a:lvl4pPr>
            <a:lvl5pPr>
              <a:defRPr sz="1400"/>
            </a:lvl5pPr>
          </a:lstStyle>
          <a:p>
            <a:pPr lvl="0"/>
            <a:r>
              <a:rPr lang="nb" dirty="0"/>
              <a:t>Klikk for å redigere</a:t>
            </a:r>
          </a:p>
          <a:p>
            <a:pPr lvl="1"/>
            <a:r>
              <a:rPr lang="nb" dirty="0"/>
              <a:t>Andre nivå</a:t>
            </a:r>
          </a:p>
        </p:txBody>
      </p:sp>
      <p:sp>
        <p:nvSpPr>
          <p:cNvPr id="10" name="Picture Placeholder 9">
            <a:extLst>
              <a:ext uri="{FF2B5EF4-FFF2-40B4-BE49-F238E27FC236}">
                <a16:creationId xmlns:a16="http://schemas.microsoft.com/office/drawing/2014/main" id="{BC00C893-5B71-7A7E-8592-0278486351B2}"/>
              </a:ext>
            </a:extLst>
          </p:cNvPr>
          <p:cNvSpPr>
            <a:spLocks noGrp="1"/>
          </p:cNvSpPr>
          <p:nvPr>
            <p:ph type="pic" sz="quarter" idx="12"/>
          </p:nvPr>
        </p:nvSpPr>
        <p:spPr bwMode="gray">
          <a:xfrm>
            <a:off x="6096407" y="0"/>
            <a:ext cx="6095593" cy="6858000"/>
          </a:xfrm>
          <a:prstGeom prst="rect">
            <a:avLst/>
          </a:prstGeom>
          <a:solidFill>
            <a:schemeClr val="bg2"/>
          </a:solidFill>
        </p:spPr>
        <p:txBody>
          <a:bodyPr wrap="square" tIns="2880000">
            <a:noAutofit/>
          </a:bodyPr>
          <a:lstStyle>
            <a:lvl1pPr marL="0" indent="0" algn="ctr">
              <a:buNone/>
              <a:defRPr lang="en-US" sz="1400" b="0" i="0" kern="1200" noProof="0" dirty="0">
                <a:solidFill>
                  <a:schemeClr val="tx1"/>
                </a:solidFill>
                <a:highlight>
                  <a:srgbClr val="E8FDFF"/>
                </a:highlight>
                <a:latin typeface="+mn-lt"/>
                <a:ea typeface="Verdana" panose="020B0604030504040204" pitchFamily="34" charset="0"/>
                <a:cs typeface="+mn-cs"/>
                <a:sym typeface="Verdana" panose="020B0604030504040204" pitchFamily="34" charset="0"/>
              </a:defRPr>
            </a:lvl1pPr>
          </a:lstStyle>
          <a:p>
            <a:pPr marL="0" marR="0" lvl="0" indent="0" algn="ctr" defTabSz="914400" rtl="0" eaLnBrk="1" fontAlgn="auto" latinLnBrk="0" hangingPunct="1">
              <a:lnSpc>
                <a:spcPct val="110000"/>
              </a:lnSpc>
              <a:spcBef>
                <a:spcPts val="1000"/>
              </a:spcBef>
              <a:spcAft>
                <a:spcPts val="0"/>
              </a:spcAft>
              <a:buClr>
                <a:schemeClr val="accent1"/>
              </a:buClr>
              <a:buSzTx/>
              <a:buFont typeface="Arial" panose="020B0604020202020204" pitchFamily="34" charset="0"/>
              <a:buNone/>
              <a:tabLst/>
              <a:defRPr/>
            </a:pPr>
            <a:r>
              <a:rPr lang="nb-NO" noProof="0"/>
              <a:t>Klikk på ikonet for å legge til et bilde</a:t>
            </a:r>
            <a:endParaRPr lang="nb" noProof="0"/>
          </a:p>
        </p:txBody>
      </p:sp>
      <p:sp>
        <p:nvSpPr>
          <p:cNvPr id="4" name="Date Placeholder 3">
            <a:extLst>
              <a:ext uri="{FF2B5EF4-FFF2-40B4-BE49-F238E27FC236}">
                <a16:creationId xmlns:a16="http://schemas.microsoft.com/office/drawing/2014/main" id="{060E36EC-23F6-AB0D-E318-7CC83FB9D298}"/>
              </a:ext>
            </a:extLst>
          </p:cNvPr>
          <p:cNvSpPr>
            <a:spLocks noGrp="1"/>
          </p:cNvSpPr>
          <p:nvPr>
            <p:ph type="dt" sz="half" idx="15"/>
          </p:nvPr>
        </p:nvSpPr>
        <p:spPr>
          <a:xfrm>
            <a:off x="540000" y="10800000"/>
            <a:ext cx="720475" cy="151200"/>
          </a:xfrm>
        </p:spPr>
        <p:txBody>
          <a:bodyPr/>
          <a:lstStyle/>
          <a:p>
            <a:fld id="{EA7789D2-AF95-A04B-AEAA-E368A7EF84CB}" type="datetime1">
              <a:rPr lang="nb-NO" smtClean="0"/>
              <a:t>23.01.2026</a:t>
            </a:fld>
            <a:endParaRPr lang="en-GB"/>
          </a:p>
        </p:txBody>
      </p:sp>
      <p:sp>
        <p:nvSpPr>
          <p:cNvPr id="6" name="Footer Placeholder 5">
            <a:extLst>
              <a:ext uri="{FF2B5EF4-FFF2-40B4-BE49-F238E27FC236}">
                <a16:creationId xmlns:a16="http://schemas.microsoft.com/office/drawing/2014/main" id="{0597B659-41B1-1E89-181C-34095CEDC5EB}"/>
              </a:ext>
            </a:extLst>
          </p:cNvPr>
          <p:cNvSpPr>
            <a:spLocks noGrp="1"/>
          </p:cNvSpPr>
          <p:nvPr>
            <p:ph type="ftr" sz="quarter" idx="16"/>
          </p:nvPr>
        </p:nvSpPr>
        <p:spPr>
          <a:xfrm>
            <a:off x="1260475" y="10800000"/>
            <a:ext cx="9671049" cy="151200"/>
          </a:xfrm>
        </p:spPr>
        <p:txBody>
          <a:bodyPr/>
          <a:lstStyle/>
          <a:p>
            <a:endParaRPr lang="en-GB"/>
          </a:p>
        </p:txBody>
      </p:sp>
      <p:sp>
        <p:nvSpPr>
          <p:cNvPr id="9" name="Slide Number Placeholder 8">
            <a:extLst>
              <a:ext uri="{FF2B5EF4-FFF2-40B4-BE49-F238E27FC236}">
                <a16:creationId xmlns:a16="http://schemas.microsoft.com/office/drawing/2014/main" id="{225C3AED-6696-54AF-DE69-3815D85969BF}"/>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7" name="Tittel 6">
            <a:extLst>
              <a:ext uri="{FF2B5EF4-FFF2-40B4-BE49-F238E27FC236}">
                <a16:creationId xmlns:a16="http://schemas.microsoft.com/office/drawing/2014/main" id="{CC850A34-FDAE-2CC9-3824-BDBB5D784B23}"/>
              </a:ext>
            </a:extLst>
          </p:cNvPr>
          <p:cNvSpPr>
            <a:spLocks noGrp="1"/>
          </p:cNvSpPr>
          <p:nvPr>
            <p:ph type="title" hasCustomPrompt="1"/>
          </p:nvPr>
        </p:nvSpPr>
        <p:spPr>
          <a:xfrm>
            <a:off x="539999" y="859515"/>
            <a:ext cx="5087283" cy="489365"/>
          </a:xfrm>
        </p:spPr>
        <p:txBody>
          <a:bodyPr>
            <a:spAutoFit/>
          </a:bodyPr>
          <a:lstStyle/>
          <a:p>
            <a:r>
              <a:rPr lang="nb" dirty="0"/>
              <a:t>Klikk for å redigere</a:t>
            </a:r>
            <a:endParaRPr lang="en-GB" dirty="0"/>
          </a:p>
        </p:txBody>
      </p:sp>
      <p:sp>
        <p:nvSpPr>
          <p:cNvPr id="5" name="Text Placeholder 13">
            <a:extLst>
              <a:ext uri="{FF2B5EF4-FFF2-40B4-BE49-F238E27FC236}">
                <a16:creationId xmlns:a16="http://schemas.microsoft.com/office/drawing/2014/main" id="{0CC7E964-D06E-ECF2-3CD1-FF1D800BCB8F}"/>
              </a:ext>
              <a:ext uri="{C183D7F6-B498-43B3-948B-1728B52AA6E4}">
                <adec:decorative xmlns:adec="http://schemas.microsoft.com/office/drawing/2017/decorative" val="1"/>
              </a:ext>
            </a:extLst>
          </p:cNvPr>
          <p:cNvSpPr>
            <a:spLocks noGrp="1" noChangeAspect="1"/>
          </p:cNvSpPr>
          <p:nvPr>
            <p:ph type="body" sz="quarter" idx="22"/>
          </p:nvPr>
        </p:nvSpPr>
        <p:spPr>
          <a:xfrm>
            <a:off x="11811165" y="6500409"/>
            <a:ext cx="205200" cy="186545"/>
          </a:xfrm>
          <a:blipFill dpi="0" rotWithShape="1">
            <a:blip r:embed="rId2">
              <a:extLst>
                <a:ext uri="{96DAC541-7B7A-43D3-8B79-37D633B846F1}">
                  <asvg:svgBlip xmlns:asvg="http://schemas.microsoft.com/office/drawing/2016/SVG/main" r:embed="rId3"/>
                </a:ext>
              </a:extLst>
            </a:blip>
            <a:srcRect/>
            <a:stretch>
              <a:fillRect/>
            </a:stretch>
          </a:blipFill>
        </p:spPr>
        <p:txBody>
          <a:bodyPr>
            <a:normAutofit/>
          </a:bodyPr>
          <a:lstStyle>
            <a:lvl1pPr marL="6350" indent="0">
              <a:buNone/>
              <a:tabLst/>
              <a:defRPr sz="100">
                <a:solidFill>
                  <a:schemeClr val="bg2"/>
                </a:solidFill>
              </a:defRPr>
            </a:lvl1pPr>
            <a:lvl2pPr marL="6350" indent="0">
              <a:buNone/>
              <a:tabLst/>
              <a:defRPr sz="100"/>
            </a:lvl2pPr>
            <a:lvl3pPr marL="6350" indent="0">
              <a:buNone/>
              <a:tabLst/>
              <a:defRPr sz="100"/>
            </a:lvl3pPr>
            <a:lvl4pPr marL="6350" indent="0">
              <a:buNone/>
              <a:tabLst/>
              <a:defRPr sz="100"/>
            </a:lvl4pPr>
            <a:lvl5pPr marL="6350" indent="0">
              <a:buNone/>
              <a:tabLst/>
              <a:defRPr sz="100"/>
            </a:lvl5pPr>
          </a:lstStyle>
          <a:p>
            <a:pPr lvl="0"/>
            <a:r>
              <a:rPr lang="nb-NO"/>
              <a:t>Klikk for å redigere tekststiler i malen</a:t>
            </a:r>
          </a:p>
        </p:txBody>
      </p:sp>
      <p:sp>
        <p:nvSpPr>
          <p:cNvPr id="3" name="TekstSylinder 50">
            <a:extLst>
              <a:ext uri="{FF2B5EF4-FFF2-40B4-BE49-F238E27FC236}">
                <a16:creationId xmlns:a16="http://schemas.microsoft.com/office/drawing/2014/main" id="{D173E98B-6259-DC2A-089E-962FBCC464BD}"/>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943073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svg="http://schemas.microsoft.com/office/drawing/2016/SVG/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ong title images Soft">
    <p:bg>
      <p:bgRef idx="1001">
        <a:schemeClr val="bg2"/>
      </p:bgRef>
    </p:bg>
    <p:spTree>
      <p:nvGrpSpPr>
        <p:cNvPr id="1" name=""/>
        <p:cNvGrpSpPr/>
        <p:nvPr/>
      </p:nvGrpSpPr>
      <p:grpSpPr>
        <a:xfrm>
          <a:off x="0" y="0"/>
          <a:ext cx="0" cy="0"/>
          <a:chOff x="0" y="0"/>
          <a:chExt cx="0" cy="0"/>
        </a:xfrm>
      </p:grpSpPr>
      <p:sp>
        <p:nvSpPr>
          <p:cNvPr id="9" name="Section title">
            <a:extLst>
              <a:ext uri="{FF2B5EF4-FFF2-40B4-BE49-F238E27FC236}">
                <a16:creationId xmlns:a16="http://schemas.microsoft.com/office/drawing/2014/main" id="{7257E026-CA26-3A01-D72B-BE2383324B79}"/>
              </a:ext>
            </a:extLst>
          </p:cNvPr>
          <p:cNvSpPr>
            <a:spLocks noGrp="1"/>
          </p:cNvSpPr>
          <p:nvPr>
            <p:ph type="body" sz="quarter" idx="15"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2" name="Text Placeholder 13">
            <a:extLst>
              <a:ext uri="{FF2B5EF4-FFF2-40B4-BE49-F238E27FC236}">
                <a16:creationId xmlns:a16="http://schemas.microsoft.com/office/drawing/2014/main" id="{8947E4BA-2F4F-D222-D173-AC11D80B6041}"/>
              </a:ext>
            </a:extLst>
          </p:cNvPr>
          <p:cNvSpPr>
            <a:spLocks noGrp="1"/>
          </p:cNvSpPr>
          <p:nvPr>
            <p:ph type="body" sz="quarter" idx="13" hasCustomPrompt="1"/>
          </p:nvPr>
        </p:nvSpPr>
        <p:spPr>
          <a:xfrm>
            <a:off x="539820" y="5730037"/>
            <a:ext cx="3391091" cy="600164"/>
          </a:xfrm>
        </p:spPr>
        <p:txBody>
          <a:bodyPr wrap="square" rIns="468000" anchor="b" anchorCtr="0">
            <a:spAutoFit/>
          </a:bodyPr>
          <a:lstStyle>
            <a:lvl1pPr marL="0" indent="0">
              <a:spcBef>
                <a:spcPts val="0"/>
              </a:spcBef>
              <a:buNone/>
              <a:defRPr sz="1600">
                <a:solidFill>
                  <a:schemeClr val="tx1"/>
                </a:solidFill>
              </a:defRPr>
            </a:lvl1pPr>
            <a:lvl2pPr marL="180975" indent="-180000">
              <a:buFont typeface="Arial" panose="020B0604020202020204" pitchFamily="34" charset="0"/>
              <a:buChar char="•"/>
              <a:tabLst/>
              <a:defRPr sz="16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4" name="Picture Placeholder 3">
            <a:extLst>
              <a:ext uri="{FF2B5EF4-FFF2-40B4-BE49-F238E27FC236}">
                <a16:creationId xmlns:a16="http://schemas.microsoft.com/office/drawing/2014/main" id="{39702681-D8EB-DB5B-543C-E290BF9BAAED}"/>
              </a:ext>
            </a:extLst>
          </p:cNvPr>
          <p:cNvSpPr>
            <a:spLocks noGrp="1"/>
          </p:cNvSpPr>
          <p:nvPr>
            <p:ph type="pic" sz="quarter" idx="12"/>
          </p:nvPr>
        </p:nvSpPr>
        <p:spPr bwMode="gray">
          <a:xfrm>
            <a:off x="4401693" y="0"/>
            <a:ext cx="3895707" cy="6858000"/>
          </a:xfrm>
          <a:prstGeom prst="rect">
            <a:avLst/>
          </a:prstGeom>
          <a:solidFill>
            <a:schemeClr val="bg1"/>
          </a:solidFill>
        </p:spPr>
        <p:txBody>
          <a:bodyPr wrap="square" tIns="2880000" bIns="0" anchor="t" anchorCtr="0">
            <a:noAutofit/>
          </a:bodyPr>
          <a:lstStyle>
            <a:lvl1pPr marL="0" indent="0" algn="ctr">
              <a:buNone/>
              <a:defRPr sz="1200"/>
            </a:lvl1pPr>
          </a:lstStyle>
          <a:p>
            <a:r>
              <a:rPr lang="nb-NO"/>
              <a:t>Klikk på ikonet for å legge til et bilde</a:t>
            </a:r>
          </a:p>
        </p:txBody>
      </p:sp>
      <p:sp>
        <p:nvSpPr>
          <p:cNvPr id="6" name="Picture Placeholder 5">
            <a:extLst>
              <a:ext uri="{FF2B5EF4-FFF2-40B4-BE49-F238E27FC236}">
                <a16:creationId xmlns:a16="http://schemas.microsoft.com/office/drawing/2014/main" id="{A6E2836B-B07D-B64C-37F0-912AD879F6E4}"/>
              </a:ext>
            </a:extLst>
          </p:cNvPr>
          <p:cNvSpPr>
            <a:spLocks noGrp="1"/>
          </p:cNvSpPr>
          <p:nvPr>
            <p:ph type="pic" sz="quarter" idx="14"/>
          </p:nvPr>
        </p:nvSpPr>
        <p:spPr bwMode="gray">
          <a:xfrm>
            <a:off x="8296293" y="0"/>
            <a:ext cx="3895707" cy="6858000"/>
          </a:xfrm>
          <a:prstGeom prst="rect">
            <a:avLst/>
          </a:prstGeom>
          <a:solidFill>
            <a:schemeClr val="bg1"/>
          </a:solidFill>
        </p:spPr>
        <p:txBody>
          <a:bodyPr wrap="square" tIns="2880000" bIns="0" anchor="t" anchorCtr="0">
            <a:noAutofit/>
          </a:bodyPr>
          <a:lstStyle>
            <a:lvl1pPr marL="0" indent="0" algn="ctr">
              <a:buNone/>
              <a:defRPr sz="1200"/>
            </a:lvl1pPr>
          </a:lstStyle>
          <a:p>
            <a:r>
              <a:rPr lang="nb-NO"/>
              <a:t>Klikk på ikonet for å legge til et bilde</a:t>
            </a:r>
          </a:p>
        </p:txBody>
      </p:sp>
      <p:sp>
        <p:nvSpPr>
          <p:cNvPr id="10" name="Date Placeholder 9">
            <a:extLst>
              <a:ext uri="{FF2B5EF4-FFF2-40B4-BE49-F238E27FC236}">
                <a16:creationId xmlns:a16="http://schemas.microsoft.com/office/drawing/2014/main" id="{32068BA2-2627-EDDD-E4B7-B436E2F887DE}"/>
              </a:ext>
            </a:extLst>
          </p:cNvPr>
          <p:cNvSpPr>
            <a:spLocks noGrp="1"/>
          </p:cNvSpPr>
          <p:nvPr>
            <p:ph type="dt" sz="half" idx="16"/>
          </p:nvPr>
        </p:nvSpPr>
        <p:spPr>
          <a:xfrm>
            <a:off x="540000" y="10800000"/>
            <a:ext cx="720475" cy="151200"/>
          </a:xfrm>
        </p:spPr>
        <p:txBody>
          <a:bodyPr/>
          <a:lstStyle/>
          <a:p>
            <a:fld id="{174FC493-3D2B-0247-83DC-A529ACA6CFE1}" type="datetime1">
              <a:rPr lang="nb-NO" smtClean="0"/>
              <a:t>23.01.2026</a:t>
            </a:fld>
            <a:endParaRPr lang="en-GB"/>
          </a:p>
        </p:txBody>
      </p:sp>
      <p:sp>
        <p:nvSpPr>
          <p:cNvPr id="11" name="Footer Placeholder 10">
            <a:extLst>
              <a:ext uri="{FF2B5EF4-FFF2-40B4-BE49-F238E27FC236}">
                <a16:creationId xmlns:a16="http://schemas.microsoft.com/office/drawing/2014/main" id="{7C2D19E8-D91D-D5DC-4CB4-4E2F968772FD}"/>
              </a:ext>
            </a:extLst>
          </p:cNvPr>
          <p:cNvSpPr>
            <a:spLocks noGrp="1"/>
          </p:cNvSpPr>
          <p:nvPr>
            <p:ph type="ftr" sz="quarter" idx="17"/>
          </p:nvPr>
        </p:nvSpPr>
        <p:spPr>
          <a:xfrm>
            <a:off x="1260475" y="10800000"/>
            <a:ext cx="9671049" cy="151200"/>
          </a:xfrm>
        </p:spPr>
        <p:txBody>
          <a:bodyPr/>
          <a:lstStyle/>
          <a:p>
            <a:endParaRPr lang="en-GB"/>
          </a:p>
        </p:txBody>
      </p:sp>
      <p:sp>
        <p:nvSpPr>
          <p:cNvPr id="12" name="Slide Number Placeholder 11">
            <a:extLst>
              <a:ext uri="{FF2B5EF4-FFF2-40B4-BE49-F238E27FC236}">
                <a16:creationId xmlns:a16="http://schemas.microsoft.com/office/drawing/2014/main" id="{4C5AF41F-7D8D-E316-971C-239886BF486C}"/>
              </a:ext>
            </a:extLst>
          </p:cNvPr>
          <p:cNvSpPr>
            <a:spLocks noGrp="1"/>
          </p:cNvSpPr>
          <p:nvPr>
            <p:ph type="sldNum" sz="quarter" idx="18"/>
          </p:nvPr>
        </p:nvSpPr>
        <p:spPr>
          <a:xfrm>
            <a:off x="10931526" y="10800000"/>
            <a:ext cx="721674" cy="151200"/>
          </a:xfrm>
        </p:spPr>
        <p:txBody>
          <a:bodyPr/>
          <a:lstStyle/>
          <a:p>
            <a:fld id="{608810A5-7811-344D-9AE9-EC83104FB54D}" type="slidenum">
              <a:rPr lang="en-GB" smtClean="0"/>
              <a:t>‹#›</a:t>
            </a:fld>
            <a:endParaRPr lang="en-GB"/>
          </a:p>
        </p:txBody>
      </p:sp>
      <p:sp>
        <p:nvSpPr>
          <p:cNvPr id="7" name="Tittel 6">
            <a:extLst>
              <a:ext uri="{FF2B5EF4-FFF2-40B4-BE49-F238E27FC236}">
                <a16:creationId xmlns:a16="http://schemas.microsoft.com/office/drawing/2014/main" id="{AEE9563D-BB00-D525-C198-B43FD212C35E}"/>
              </a:ext>
            </a:extLst>
          </p:cNvPr>
          <p:cNvSpPr>
            <a:spLocks noGrp="1"/>
          </p:cNvSpPr>
          <p:nvPr>
            <p:ph type="title" hasCustomPrompt="1"/>
          </p:nvPr>
        </p:nvSpPr>
        <p:spPr>
          <a:xfrm>
            <a:off x="539999" y="859515"/>
            <a:ext cx="3391200" cy="4557600"/>
          </a:xfrm>
        </p:spPr>
        <p:txBody>
          <a:bodyPr/>
          <a:lstStyle/>
          <a:p>
            <a:r>
              <a:rPr lang="nb" dirty="0"/>
              <a:t>Klikk for å redigere</a:t>
            </a:r>
            <a:endParaRPr lang="en-GB" dirty="0"/>
          </a:p>
        </p:txBody>
      </p:sp>
      <p:sp>
        <p:nvSpPr>
          <p:cNvPr id="5" name="Text Placeholder 13">
            <a:extLst>
              <a:ext uri="{FF2B5EF4-FFF2-40B4-BE49-F238E27FC236}">
                <a16:creationId xmlns:a16="http://schemas.microsoft.com/office/drawing/2014/main" id="{0657F1A2-CEF1-9AEA-8040-C34CF97A6F92}"/>
              </a:ext>
              <a:ext uri="{C183D7F6-B498-43B3-948B-1728B52AA6E4}">
                <adec:decorative xmlns:adec="http://schemas.microsoft.com/office/drawing/2017/decorative" val="1"/>
              </a:ext>
            </a:extLst>
          </p:cNvPr>
          <p:cNvSpPr>
            <a:spLocks noGrp="1" noChangeAspect="1"/>
          </p:cNvSpPr>
          <p:nvPr>
            <p:ph type="body" sz="quarter" idx="22"/>
          </p:nvPr>
        </p:nvSpPr>
        <p:spPr>
          <a:xfrm>
            <a:off x="11811165" y="6500409"/>
            <a:ext cx="205200" cy="186545"/>
          </a:xfrm>
          <a:blipFill dpi="0" rotWithShape="1">
            <a:blip r:embed="rId2">
              <a:extLst>
                <a:ext uri="{96DAC541-7B7A-43D3-8B79-37D633B846F1}">
                  <asvg:svgBlip xmlns:asvg="http://schemas.microsoft.com/office/drawing/2016/SVG/main" r:embed="rId3"/>
                </a:ext>
              </a:extLst>
            </a:blip>
            <a:srcRect/>
            <a:stretch>
              <a:fillRect/>
            </a:stretch>
          </a:blipFill>
        </p:spPr>
        <p:txBody>
          <a:bodyPr>
            <a:normAutofit/>
          </a:bodyPr>
          <a:lstStyle>
            <a:lvl1pPr marL="6350" indent="0">
              <a:buNone/>
              <a:tabLst/>
              <a:defRPr sz="100">
                <a:solidFill>
                  <a:schemeClr val="bg2"/>
                </a:solidFill>
              </a:defRPr>
            </a:lvl1pPr>
            <a:lvl2pPr marL="6350" indent="0">
              <a:buNone/>
              <a:tabLst/>
              <a:defRPr sz="100"/>
            </a:lvl2pPr>
            <a:lvl3pPr marL="6350" indent="0">
              <a:buNone/>
              <a:tabLst/>
              <a:defRPr sz="100"/>
            </a:lvl3pPr>
            <a:lvl4pPr marL="6350" indent="0">
              <a:buNone/>
              <a:tabLst/>
              <a:defRPr sz="100"/>
            </a:lvl4pPr>
            <a:lvl5pPr marL="6350" indent="0">
              <a:buNone/>
              <a:tabLst/>
              <a:defRPr sz="100"/>
            </a:lvl5pPr>
          </a:lstStyle>
          <a:p>
            <a:pPr lvl="0"/>
            <a:r>
              <a:rPr lang="nb-NO"/>
              <a:t>Klikk for å redigere tekststiler i malen</a:t>
            </a:r>
          </a:p>
        </p:txBody>
      </p:sp>
      <p:sp>
        <p:nvSpPr>
          <p:cNvPr id="3" name="TekstSylinder 50">
            <a:extLst>
              <a:ext uri="{FF2B5EF4-FFF2-40B4-BE49-F238E27FC236}">
                <a16:creationId xmlns:a16="http://schemas.microsoft.com/office/drawing/2014/main" id="{5E4F5FAF-845E-01A2-850D-D194C996A4B9}"/>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041782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svg="http://schemas.microsoft.com/office/drawing/2016/SVG/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sual Content Split Mid">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B31544D-8A29-E69B-E874-55B5B461055C}"/>
              </a:ext>
            </a:extLst>
          </p:cNvPr>
          <p:cNvSpPr/>
          <p:nvPr/>
        </p:nvSpPr>
        <p:spPr>
          <a:xfrm>
            <a:off x="0" y="0"/>
            <a:ext cx="609600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US" sz="1800" err="1"/>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6" name="Footer Placeholder 5">
            <a:extLst>
              <a:ext uri="{FF2B5EF4-FFF2-40B4-BE49-F238E27FC236}">
                <a16:creationId xmlns:a16="http://schemas.microsoft.com/office/drawing/2014/main" id="{53D063E8-55E9-7D9E-9E10-807DEFBD9E29}"/>
              </a:ext>
            </a:extLst>
          </p:cNvPr>
          <p:cNvSpPr>
            <a:spLocks noGrp="1"/>
          </p:cNvSpPr>
          <p:nvPr>
            <p:ph type="ftr" sz="quarter" idx="11"/>
          </p:nvPr>
        </p:nvSpPr>
        <p:spPr/>
        <p:txBody>
          <a:bodyPr/>
          <a:lstStyle>
            <a:lvl1pPr>
              <a:defRPr>
                <a:solidFill>
                  <a:schemeClr val="bg2"/>
                </a:solidFill>
              </a:defRPr>
            </a:lvl1pPr>
          </a:lstStyle>
          <a:p>
            <a:endParaRPr lang="en-GB"/>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0" y="2015999"/>
            <a:ext cx="5088350" cy="41720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6563579" y="943200"/>
            <a:ext cx="5087462" cy="5244874"/>
          </a:xfrm>
        </p:spPr>
        <p:txBody>
          <a:bodyPr/>
          <a:lstStyle/>
          <a:p>
            <a:pPr lvl="0"/>
            <a:r>
              <a:rPr lang="nb"/>
              <a:t>Legg til visuelt innhold</a:t>
            </a:r>
          </a:p>
          <a:p>
            <a:pPr lvl="1"/>
            <a:r>
              <a:rPr lang="nb"/>
              <a:t>Andre nivå</a:t>
            </a:r>
          </a:p>
          <a:p>
            <a:pPr lvl="2"/>
            <a:r>
              <a:rPr lang="nb"/>
              <a:t>Tredje nivå</a:t>
            </a:r>
          </a:p>
          <a:p>
            <a:pPr lvl="3"/>
            <a:r>
              <a:rPr lang="nb"/>
              <a:t>Fjerde nivå</a:t>
            </a:r>
          </a:p>
          <a:p>
            <a:pPr lvl="4"/>
            <a:r>
              <a:rPr lang="nb"/>
              <a:t>Femte nivå</a:t>
            </a:r>
            <a:endParaRPr lang="nb-NO"/>
          </a:p>
        </p:txBody>
      </p:sp>
      <p:sp>
        <p:nvSpPr>
          <p:cNvPr id="9" name="Section title">
            <a:extLst>
              <a:ext uri="{FF2B5EF4-FFF2-40B4-BE49-F238E27FC236}">
                <a16:creationId xmlns:a16="http://schemas.microsoft.com/office/drawing/2014/main" id="{5E9FA880-7D80-4289-5BF5-92A73C96E63E}"/>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bg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5" name="Date Placeholder 4">
            <a:extLst>
              <a:ext uri="{FF2B5EF4-FFF2-40B4-BE49-F238E27FC236}">
                <a16:creationId xmlns:a16="http://schemas.microsoft.com/office/drawing/2014/main" id="{BB70DE3A-F217-EAE9-55B6-DDD30B2AEABE}"/>
              </a:ext>
            </a:extLst>
          </p:cNvPr>
          <p:cNvSpPr>
            <a:spLocks noGrp="1"/>
          </p:cNvSpPr>
          <p:nvPr>
            <p:ph type="dt" sz="half" idx="15"/>
          </p:nvPr>
        </p:nvSpPr>
        <p:spPr/>
        <p:txBody>
          <a:bodyPr/>
          <a:lstStyle/>
          <a:p>
            <a:fld id="{59338C3A-47DE-184F-BF28-7DB54983EF90}" type="datetime1">
              <a:rPr lang="nb-NO" smtClean="0"/>
              <a:t>23.01.2026</a:t>
            </a:fld>
            <a:endParaRPr lang="en-GB"/>
          </a:p>
        </p:txBody>
      </p:sp>
      <p:sp>
        <p:nvSpPr>
          <p:cNvPr id="10" name="Tittel 9">
            <a:extLst>
              <a:ext uri="{FF2B5EF4-FFF2-40B4-BE49-F238E27FC236}">
                <a16:creationId xmlns:a16="http://schemas.microsoft.com/office/drawing/2014/main" id="{5A18E854-B6C5-CAEE-9018-DBA9D47100F0}"/>
              </a:ext>
            </a:extLst>
          </p:cNvPr>
          <p:cNvSpPr>
            <a:spLocks noGrp="1"/>
          </p:cNvSpPr>
          <p:nvPr>
            <p:ph type="title" hasCustomPrompt="1"/>
          </p:nvPr>
        </p:nvSpPr>
        <p:spPr>
          <a:xfrm>
            <a:off x="539999" y="859515"/>
            <a:ext cx="5088350" cy="1123200"/>
          </a:xfrm>
        </p:spPr>
        <p:txBody>
          <a:bodyPr/>
          <a:lstStyle>
            <a:lvl1pPr>
              <a:defRPr>
                <a:solidFill>
                  <a:schemeClr val="bg1"/>
                </a:solidFill>
              </a:defRPr>
            </a:lvl1pPr>
          </a:lstStyle>
          <a:p>
            <a:r>
              <a:rPr lang="nb" dirty="0"/>
              <a:t>Klikk for å redigere</a:t>
            </a:r>
            <a:endParaRPr lang="en-GB" dirty="0"/>
          </a:p>
        </p:txBody>
      </p:sp>
      <p:sp>
        <p:nvSpPr>
          <p:cNvPr id="2" name="TekstSylinder 50">
            <a:extLst>
              <a:ext uri="{FF2B5EF4-FFF2-40B4-BE49-F238E27FC236}">
                <a16:creationId xmlns:a16="http://schemas.microsoft.com/office/drawing/2014/main" id="{B5B467DB-0C82-8ED4-786D-2C973BEB9517}"/>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side av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2814137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sual Content Split Soft">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B31544D-8A29-E69B-E874-55B5B461055C}"/>
              </a:ext>
            </a:extLst>
          </p:cNvPr>
          <p:cNvSpPr/>
          <p:nvPr/>
        </p:nvSpPr>
        <p:spPr>
          <a:xfrm>
            <a:off x="0" y="0"/>
            <a:ext cx="609600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US" sz="1800" err="1"/>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0" y="2015999"/>
            <a:ext cx="5088350" cy="41720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6563579" y="943199"/>
            <a:ext cx="5087462" cy="5244875"/>
          </a:xfrm>
        </p:spPr>
        <p:txBody>
          <a:bodyPr/>
          <a:lstStyle/>
          <a:p>
            <a:pPr lvl="0"/>
            <a:r>
              <a:rPr lang="nb"/>
              <a:t>Legg til visuelt innhold</a:t>
            </a:r>
          </a:p>
          <a:p>
            <a:pPr lvl="1"/>
            <a:r>
              <a:rPr lang="nb"/>
              <a:t>Andre nivå</a:t>
            </a:r>
          </a:p>
          <a:p>
            <a:pPr lvl="2"/>
            <a:r>
              <a:rPr lang="nb"/>
              <a:t>Tredje nivå</a:t>
            </a:r>
          </a:p>
          <a:p>
            <a:pPr lvl="3"/>
            <a:r>
              <a:rPr lang="nb"/>
              <a:t>Fjerde nivå</a:t>
            </a:r>
          </a:p>
          <a:p>
            <a:pPr lvl="4"/>
            <a:r>
              <a:rPr lang="nb"/>
              <a:t>Femte nivå</a:t>
            </a:r>
            <a:endParaRPr lang="nb-NO"/>
          </a:p>
        </p:txBody>
      </p:sp>
      <p:sp>
        <p:nvSpPr>
          <p:cNvPr id="9" name="Section title">
            <a:extLst>
              <a:ext uri="{FF2B5EF4-FFF2-40B4-BE49-F238E27FC236}">
                <a16:creationId xmlns:a16="http://schemas.microsoft.com/office/drawing/2014/main" id="{5E9FA880-7D80-4289-5BF5-92A73C96E63E}"/>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bg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0" name="Date Placeholder 9">
            <a:extLst>
              <a:ext uri="{FF2B5EF4-FFF2-40B4-BE49-F238E27FC236}">
                <a16:creationId xmlns:a16="http://schemas.microsoft.com/office/drawing/2014/main" id="{B9724B96-A7D3-F48B-DB34-0AF8EFE826B1}"/>
              </a:ext>
            </a:extLst>
          </p:cNvPr>
          <p:cNvSpPr>
            <a:spLocks noGrp="1"/>
          </p:cNvSpPr>
          <p:nvPr>
            <p:ph type="dt" sz="half" idx="15"/>
          </p:nvPr>
        </p:nvSpPr>
        <p:spPr/>
        <p:txBody>
          <a:bodyPr/>
          <a:lstStyle/>
          <a:p>
            <a:fld id="{55BE8AFF-FA5D-5246-8BFF-CAD489D9F66F}" type="datetime1">
              <a:rPr lang="nb-NO" smtClean="0"/>
              <a:t>23.01.2026</a:t>
            </a:fld>
            <a:endParaRPr lang="en-GB"/>
          </a:p>
        </p:txBody>
      </p:sp>
      <p:sp>
        <p:nvSpPr>
          <p:cNvPr id="11" name="Footer Placeholder 10">
            <a:extLst>
              <a:ext uri="{FF2B5EF4-FFF2-40B4-BE49-F238E27FC236}">
                <a16:creationId xmlns:a16="http://schemas.microsoft.com/office/drawing/2014/main" id="{FDB5F8C0-4380-A1E9-6AA4-2ECAFA9097E8}"/>
              </a:ext>
            </a:extLst>
          </p:cNvPr>
          <p:cNvSpPr>
            <a:spLocks noGrp="1"/>
          </p:cNvSpPr>
          <p:nvPr>
            <p:ph type="ftr" sz="quarter" idx="16"/>
          </p:nvPr>
        </p:nvSpPr>
        <p:spPr/>
        <p:txBody>
          <a:bodyPr/>
          <a:lstStyle>
            <a:lvl1pPr>
              <a:defRPr>
                <a:solidFill>
                  <a:schemeClr val="bg1"/>
                </a:solidFill>
              </a:defRPr>
            </a:lvl1pPr>
          </a:lstStyle>
          <a:p>
            <a:endParaRPr lang="en-GB"/>
          </a:p>
        </p:txBody>
      </p:sp>
      <p:sp>
        <p:nvSpPr>
          <p:cNvPr id="12" name="Slide Number Placeholder 11">
            <a:extLst>
              <a:ext uri="{FF2B5EF4-FFF2-40B4-BE49-F238E27FC236}">
                <a16:creationId xmlns:a16="http://schemas.microsoft.com/office/drawing/2014/main" id="{D09F0A6C-B17A-A515-7EE0-1E7E99A2CC60}"/>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5" name="Tittel 4">
            <a:extLst>
              <a:ext uri="{FF2B5EF4-FFF2-40B4-BE49-F238E27FC236}">
                <a16:creationId xmlns:a16="http://schemas.microsoft.com/office/drawing/2014/main" id="{B5A3D02A-C1EB-E4B0-33D5-5CE7FCC32ABD}"/>
              </a:ext>
            </a:extLst>
          </p:cNvPr>
          <p:cNvSpPr>
            <a:spLocks noGrp="1"/>
          </p:cNvSpPr>
          <p:nvPr>
            <p:ph type="title" hasCustomPrompt="1"/>
          </p:nvPr>
        </p:nvSpPr>
        <p:spPr>
          <a:xfrm>
            <a:off x="539999" y="859515"/>
            <a:ext cx="5088350" cy="1123200"/>
          </a:xfrm>
        </p:spPr>
        <p:txBody>
          <a:bodyPr/>
          <a:lstStyle>
            <a:lvl1pPr>
              <a:defRPr>
                <a:solidFill>
                  <a:schemeClr val="bg1"/>
                </a:solidFill>
              </a:defRPr>
            </a:lvl1pPr>
          </a:lstStyle>
          <a:p>
            <a:r>
              <a:rPr lang="nb" dirty="0"/>
              <a:t>Klikk for å redigere</a:t>
            </a:r>
            <a:endParaRPr lang="en-GB" dirty="0"/>
          </a:p>
        </p:txBody>
      </p:sp>
      <p:sp>
        <p:nvSpPr>
          <p:cNvPr id="2" name="TekstSylinder 50">
            <a:extLst>
              <a:ext uri="{FF2B5EF4-FFF2-40B4-BE49-F238E27FC236}">
                <a16:creationId xmlns:a16="http://schemas.microsoft.com/office/drawing/2014/main" id="{05260ECB-08DA-6515-55FC-AFF41DD80DA4}"/>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side av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5935029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sual Content Mid">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B31544D-8A29-E69B-E874-55B5B461055C}"/>
              </a:ext>
            </a:extLst>
          </p:cNvPr>
          <p:cNvSpPr/>
          <p:nvPr/>
        </p:nvSpPr>
        <p:spPr>
          <a:xfrm flipH="1">
            <a:off x="1" y="0"/>
            <a:ext cx="4397947"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US" sz="1800" err="1">
              <a:solidFill>
                <a:schemeClr val="bg1"/>
              </a:solidFill>
            </a:endParaRPr>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1" y="2016000"/>
            <a:ext cx="3391641" cy="4172075"/>
          </a:xfrm>
        </p:spPr>
        <p:txBody>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4865528" y="943201"/>
            <a:ext cx="6785063" cy="5244874"/>
          </a:xfr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nb"/>
              <a:t>Legg til visuelt innhold</a:t>
            </a:r>
          </a:p>
          <a:p>
            <a:pPr lvl="1"/>
            <a:r>
              <a:rPr lang="nb"/>
              <a:t>Andre nivå</a:t>
            </a:r>
          </a:p>
          <a:p>
            <a:pPr lvl="2"/>
            <a:r>
              <a:rPr lang="nb"/>
              <a:t>Tredje nivå</a:t>
            </a:r>
          </a:p>
          <a:p>
            <a:pPr lvl="3"/>
            <a:r>
              <a:rPr lang="nb"/>
              <a:t>Fjerde nivå</a:t>
            </a:r>
          </a:p>
          <a:p>
            <a:pPr lvl="4"/>
            <a:r>
              <a:rPr lang="nb"/>
              <a:t>Femte nivå</a:t>
            </a:r>
            <a:endParaRPr lang="nb-NO"/>
          </a:p>
        </p:txBody>
      </p:sp>
      <p:sp>
        <p:nvSpPr>
          <p:cNvPr id="2" name="Graphic 8">
            <a:extLst>
              <a:ext uri="{FF2B5EF4-FFF2-40B4-BE49-F238E27FC236}">
                <a16:creationId xmlns:a16="http://schemas.microsoft.com/office/drawing/2014/main" id="{4BB859AC-5C93-7E55-42EC-851F728D4897}"/>
              </a:ext>
              <a:ext uri="{C183D7F6-B498-43B3-948B-1728B52AA6E4}">
                <adec:decorative xmlns:adec="http://schemas.microsoft.com/office/drawing/2017/decorative" val="1"/>
              </a:ext>
            </a:extLst>
          </p:cNvPr>
          <p:cNvSpPr>
            <a:spLocks noChangeAspect="1"/>
          </p:cNvSpPr>
          <p:nvPr/>
        </p:nvSpPr>
        <p:spPr>
          <a:xfrm>
            <a:off x="11816892" y="6503682"/>
            <a:ext cx="197014" cy="180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chemeClr val="accent1"/>
          </a:solidFill>
          <a:ln w="2177" cap="flat">
            <a:noFill/>
            <a:prstDash val="solid"/>
            <a:miter/>
          </a:ln>
        </p:spPr>
        <p:txBody>
          <a:bodyPr rtlCol="0" anchor="ctr"/>
          <a:lstStyle/>
          <a:p>
            <a:endParaRPr lang="nb-NO" sz="1800"/>
          </a:p>
        </p:txBody>
      </p:sp>
      <p:sp>
        <p:nvSpPr>
          <p:cNvPr id="11" name="Section title">
            <a:extLst>
              <a:ext uri="{FF2B5EF4-FFF2-40B4-BE49-F238E27FC236}">
                <a16:creationId xmlns:a16="http://schemas.microsoft.com/office/drawing/2014/main" id="{E1CA003B-6C16-8451-9038-ADE1469AC565}"/>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bg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0" name="Date Placeholder 9">
            <a:extLst>
              <a:ext uri="{FF2B5EF4-FFF2-40B4-BE49-F238E27FC236}">
                <a16:creationId xmlns:a16="http://schemas.microsoft.com/office/drawing/2014/main" id="{095D5B38-95D2-8CEC-EC3D-871A3810DDC9}"/>
              </a:ext>
            </a:extLst>
          </p:cNvPr>
          <p:cNvSpPr>
            <a:spLocks noGrp="1"/>
          </p:cNvSpPr>
          <p:nvPr>
            <p:ph type="dt" sz="half" idx="15"/>
          </p:nvPr>
        </p:nvSpPr>
        <p:spPr/>
        <p:txBody>
          <a:bodyPr/>
          <a:lstStyle/>
          <a:p>
            <a:fld id="{41933963-2A25-A449-8EFC-4572009F125D}" type="datetime1">
              <a:rPr lang="nb-NO" smtClean="0"/>
              <a:t>23.01.2026</a:t>
            </a:fld>
            <a:endParaRPr lang="en-GB"/>
          </a:p>
        </p:txBody>
      </p:sp>
      <p:sp>
        <p:nvSpPr>
          <p:cNvPr id="12" name="Footer Placeholder 11">
            <a:extLst>
              <a:ext uri="{FF2B5EF4-FFF2-40B4-BE49-F238E27FC236}">
                <a16:creationId xmlns:a16="http://schemas.microsoft.com/office/drawing/2014/main" id="{04347413-21F5-35B5-5050-0FDE325149EA}"/>
              </a:ext>
            </a:extLst>
          </p:cNvPr>
          <p:cNvSpPr>
            <a:spLocks noGrp="1"/>
          </p:cNvSpPr>
          <p:nvPr>
            <p:ph type="ftr" sz="quarter" idx="16"/>
          </p:nvPr>
        </p:nvSpPr>
        <p:spPr/>
        <p:txBody>
          <a:bodyPr/>
          <a:lstStyle>
            <a:lvl1pPr>
              <a:defRPr>
                <a:solidFill>
                  <a:schemeClr val="bg2"/>
                </a:solidFill>
              </a:defRPr>
            </a:lvl1pPr>
          </a:lstStyle>
          <a:p>
            <a:endParaRPr lang="en-GB"/>
          </a:p>
        </p:txBody>
      </p:sp>
      <p:sp>
        <p:nvSpPr>
          <p:cNvPr id="13" name="Slide Number Placeholder 12">
            <a:extLst>
              <a:ext uri="{FF2B5EF4-FFF2-40B4-BE49-F238E27FC236}">
                <a16:creationId xmlns:a16="http://schemas.microsoft.com/office/drawing/2014/main" id="{CDA1EFEA-D75B-3CC8-1114-CB4DA8DF7F04}"/>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6" name="Tittel 5">
            <a:extLst>
              <a:ext uri="{FF2B5EF4-FFF2-40B4-BE49-F238E27FC236}">
                <a16:creationId xmlns:a16="http://schemas.microsoft.com/office/drawing/2014/main" id="{0813222B-AEAB-F4B7-8555-232BF490EE30}"/>
              </a:ext>
            </a:extLst>
          </p:cNvPr>
          <p:cNvSpPr>
            <a:spLocks noGrp="1"/>
          </p:cNvSpPr>
          <p:nvPr>
            <p:ph type="title" hasCustomPrompt="1"/>
          </p:nvPr>
        </p:nvSpPr>
        <p:spPr>
          <a:xfrm>
            <a:off x="539999" y="859515"/>
            <a:ext cx="3391641" cy="1123200"/>
          </a:xfrm>
        </p:spPr>
        <p:txBody>
          <a:bodyPr/>
          <a:lstStyle>
            <a:lvl1pPr>
              <a:defRPr>
                <a:solidFill>
                  <a:schemeClr val="bg1"/>
                </a:solidFill>
              </a:defRPr>
            </a:lvl1pPr>
          </a:lstStyle>
          <a:p>
            <a:r>
              <a:rPr lang="nb" dirty="0"/>
              <a:t>Klikk for å redigere</a:t>
            </a:r>
            <a:endParaRPr lang="en-GB" dirty="0"/>
          </a:p>
        </p:txBody>
      </p:sp>
      <p:sp>
        <p:nvSpPr>
          <p:cNvPr id="5" name="TekstSylinder 50">
            <a:extLst>
              <a:ext uri="{FF2B5EF4-FFF2-40B4-BE49-F238E27FC236}">
                <a16:creationId xmlns:a16="http://schemas.microsoft.com/office/drawing/2014/main" id="{ACA2F022-EE5B-C5EB-4388-6B67415F342B}"/>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side av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4684839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isual Content Soft">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B31544D-8A29-E69B-E874-55B5B461055C}"/>
              </a:ext>
            </a:extLst>
          </p:cNvPr>
          <p:cNvSpPr/>
          <p:nvPr/>
        </p:nvSpPr>
        <p:spPr>
          <a:xfrm flipH="1">
            <a:off x="1" y="0"/>
            <a:ext cx="4397947"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US" sz="1800" err="1"/>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1" y="2016000"/>
            <a:ext cx="3391641" cy="4172075"/>
          </a:xfrm>
        </p:spPr>
        <p:txBody>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4865528" y="943201"/>
            <a:ext cx="6785063" cy="5244874"/>
          </a:xfr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nb"/>
              <a:t>Legg til visuelt innhold</a:t>
            </a:r>
          </a:p>
          <a:p>
            <a:pPr lvl="1"/>
            <a:r>
              <a:rPr lang="nb"/>
              <a:t>Andre nivå</a:t>
            </a:r>
          </a:p>
          <a:p>
            <a:pPr lvl="2"/>
            <a:r>
              <a:rPr lang="nb"/>
              <a:t>Tredje nivå</a:t>
            </a:r>
          </a:p>
          <a:p>
            <a:pPr lvl="3"/>
            <a:r>
              <a:rPr lang="nb"/>
              <a:t>Fjerde nivå</a:t>
            </a:r>
          </a:p>
          <a:p>
            <a:pPr lvl="4"/>
            <a:r>
              <a:rPr lang="nb"/>
              <a:t>Femte nivå</a:t>
            </a:r>
            <a:endParaRPr lang="nb-NO"/>
          </a:p>
        </p:txBody>
      </p:sp>
      <p:sp>
        <p:nvSpPr>
          <p:cNvPr id="2" name="Graphic 8">
            <a:extLst>
              <a:ext uri="{FF2B5EF4-FFF2-40B4-BE49-F238E27FC236}">
                <a16:creationId xmlns:a16="http://schemas.microsoft.com/office/drawing/2014/main" id="{4BB859AC-5C93-7E55-42EC-851F728D4897}"/>
              </a:ext>
              <a:ext uri="{C183D7F6-B498-43B3-948B-1728B52AA6E4}">
                <adec:decorative xmlns:adec="http://schemas.microsoft.com/office/drawing/2017/decorative" val="1"/>
              </a:ext>
            </a:extLst>
          </p:cNvPr>
          <p:cNvSpPr>
            <a:spLocks noChangeAspect="1"/>
          </p:cNvSpPr>
          <p:nvPr/>
        </p:nvSpPr>
        <p:spPr>
          <a:xfrm>
            <a:off x="11816892" y="6503682"/>
            <a:ext cx="197014" cy="180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chemeClr val="accent1"/>
          </a:solidFill>
          <a:ln w="2177" cap="flat">
            <a:noFill/>
            <a:prstDash val="solid"/>
            <a:miter/>
          </a:ln>
        </p:spPr>
        <p:txBody>
          <a:bodyPr rtlCol="0" anchor="ctr"/>
          <a:lstStyle/>
          <a:p>
            <a:endParaRPr lang="nb-NO" sz="1800"/>
          </a:p>
        </p:txBody>
      </p:sp>
      <p:sp>
        <p:nvSpPr>
          <p:cNvPr id="11" name="Section title">
            <a:extLst>
              <a:ext uri="{FF2B5EF4-FFF2-40B4-BE49-F238E27FC236}">
                <a16:creationId xmlns:a16="http://schemas.microsoft.com/office/drawing/2014/main" id="{E1CA003B-6C16-8451-9038-ADE1469AC565}"/>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bg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6" name="Date Placeholder 5">
            <a:extLst>
              <a:ext uri="{FF2B5EF4-FFF2-40B4-BE49-F238E27FC236}">
                <a16:creationId xmlns:a16="http://schemas.microsoft.com/office/drawing/2014/main" id="{B5E70422-7DCF-29FB-5EA8-7D4E8E648140}"/>
              </a:ext>
            </a:extLst>
          </p:cNvPr>
          <p:cNvSpPr>
            <a:spLocks noGrp="1"/>
          </p:cNvSpPr>
          <p:nvPr>
            <p:ph type="dt" sz="half" idx="15"/>
          </p:nvPr>
        </p:nvSpPr>
        <p:spPr/>
        <p:txBody>
          <a:bodyPr/>
          <a:lstStyle/>
          <a:p>
            <a:fld id="{C9E8CBED-249C-5347-BC07-AB41CCC4FF56}" type="datetime1">
              <a:rPr lang="nb-NO" smtClean="0"/>
              <a:t>23.01.2026</a:t>
            </a:fld>
            <a:endParaRPr lang="en-GB"/>
          </a:p>
        </p:txBody>
      </p:sp>
      <p:sp>
        <p:nvSpPr>
          <p:cNvPr id="8" name="Footer Placeholder 7">
            <a:extLst>
              <a:ext uri="{FF2B5EF4-FFF2-40B4-BE49-F238E27FC236}">
                <a16:creationId xmlns:a16="http://schemas.microsoft.com/office/drawing/2014/main" id="{1B183240-8E74-3BF7-C8CA-75FF0845AB2C}"/>
              </a:ext>
            </a:extLst>
          </p:cNvPr>
          <p:cNvSpPr>
            <a:spLocks noGrp="1"/>
          </p:cNvSpPr>
          <p:nvPr>
            <p:ph type="ftr" sz="quarter" idx="16"/>
          </p:nvPr>
        </p:nvSpPr>
        <p:spPr/>
        <p:txBody>
          <a:bodyPr/>
          <a:lstStyle>
            <a:lvl1pPr>
              <a:defRPr>
                <a:solidFill>
                  <a:schemeClr val="bg1"/>
                </a:solidFill>
              </a:defRPr>
            </a:lvl1pPr>
          </a:lstStyle>
          <a:p>
            <a:endParaRPr lang="en-GB"/>
          </a:p>
        </p:txBody>
      </p:sp>
      <p:sp>
        <p:nvSpPr>
          <p:cNvPr id="9" name="Slide Number Placeholder 8">
            <a:extLst>
              <a:ext uri="{FF2B5EF4-FFF2-40B4-BE49-F238E27FC236}">
                <a16:creationId xmlns:a16="http://schemas.microsoft.com/office/drawing/2014/main" id="{220D0429-44E1-867C-14A6-FF25E0819704}"/>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10" name="Tittel 9">
            <a:extLst>
              <a:ext uri="{FF2B5EF4-FFF2-40B4-BE49-F238E27FC236}">
                <a16:creationId xmlns:a16="http://schemas.microsoft.com/office/drawing/2014/main" id="{9B08DFCF-0BA4-BC63-1852-767145960D19}"/>
              </a:ext>
            </a:extLst>
          </p:cNvPr>
          <p:cNvSpPr>
            <a:spLocks noGrp="1"/>
          </p:cNvSpPr>
          <p:nvPr>
            <p:ph type="title" hasCustomPrompt="1"/>
          </p:nvPr>
        </p:nvSpPr>
        <p:spPr>
          <a:xfrm>
            <a:off x="539999" y="859515"/>
            <a:ext cx="3391641" cy="1123200"/>
          </a:xfrm>
        </p:spPr>
        <p:txBody>
          <a:bodyPr/>
          <a:lstStyle>
            <a:lvl1pPr>
              <a:defRPr>
                <a:solidFill>
                  <a:schemeClr val="bg1"/>
                </a:solidFill>
              </a:defRPr>
            </a:lvl1pPr>
          </a:lstStyle>
          <a:p>
            <a:r>
              <a:rPr lang="nb" dirty="0"/>
              <a:t>Klikk for å redigere</a:t>
            </a:r>
            <a:endParaRPr lang="en-GB" dirty="0"/>
          </a:p>
        </p:txBody>
      </p:sp>
      <p:sp>
        <p:nvSpPr>
          <p:cNvPr id="5" name="TekstSylinder 50">
            <a:extLst>
              <a:ext uri="{FF2B5EF4-FFF2-40B4-BE49-F238E27FC236}">
                <a16:creationId xmlns:a16="http://schemas.microsoft.com/office/drawing/2014/main" id="{CF1C11CA-A476-65CD-3242-FC77EE96CC0F}"/>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side av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4039055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s Panels">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01A967B-6543-B84F-3A38-DC68E30570A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6096794" y="0"/>
            <a:ext cx="304599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US" sz="1800" err="1"/>
          </a:p>
        </p:txBody>
      </p:sp>
      <p:sp>
        <p:nvSpPr>
          <p:cNvPr id="7" name="Rectangle 6">
            <a:extLst>
              <a:ext uri="{FF2B5EF4-FFF2-40B4-BE49-F238E27FC236}">
                <a16:creationId xmlns:a16="http://schemas.microsoft.com/office/drawing/2014/main" id="{DB31544D-8A29-E69B-E874-55B5B461055C}"/>
              </a:ext>
              <a:ext uri="{C183D7F6-B498-43B3-948B-1728B52AA6E4}">
                <adec:decorative xmlns:adec="http://schemas.microsoft.com/office/drawing/2017/decorative" val="1"/>
              </a:ext>
            </a:extLst>
          </p:cNvPr>
          <p:cNvSpPr/>
          <p:nvPr/>
        </p:nvSpPr>
        <p:spPr>
          <a:xfrm>
            <a:off x="0" y="0"/>
            <a:ext cx="6096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US" sz="1800" err="1"/>
          </a:p>
        </p:txBody>
      </p:sp>
      <p:sp>
        <p:nvSpPr>
          <p:cNvPr id="4" name="Section 1">
            <a:extLst>
              <a:ext uri="{FF2B5EF4-FFF2-40B4-BE49-F238E27FC236}">
                <a16:creationId xmlns:a16="http://schemas.microsoft.com/office/drawing/2014/main" id="{97A19A75-202A-1A09-B415-20DE76E7DF55}"/>
              </a:ext>
            </a:extLst>
          </p:cNvPr>
          <p:cNvSpPr>
            <a:spLocks noGrp="1"/>
          </p:cNvSpPr>
          <p:nvPr>
            <p:ph type="body" sz="quarter" idx="19"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4" name="Tall 1">
            <a:extLst>
              <a:ext uri="{FF2B5EF4-FFF2-40B4-BE49-F238E27FC236}">
                <a16:creationId xmlns:a16="http://schemas.microsoft.com/office/drawing/2014/main" id="{116FF204-5136-B24C-C877-78748972EBA5}"/>
              </a:ext>
            </a:extLst>
          </p:cNvPr>
          <p:cNvSpPr>
            <a:spLocks noGrp="1"/>
          </p:cNvSpPr>
          <p:nvPr>
            <p:ph type="body" sz="quarter" idx="14" hasCustomPrompt="1"/>
          </p:nvPr>
        </p:nvSpPr>
        <p:spPr>
          <a:xfrm>
            <a:off x="445230" y="1163523"/>
            <a:ext cx="5088600" cy="2744558"/>
          </a:xfrm>
        </p:spPr>
        <p:txBody>
          <a:bodyPr wrap="none" anchor="b" anchorCtr="0">
            <a:normAutofit/>
          </a:bodyPr>
          <a:lstStyle>
            <a:lvl1pPr marL="0" indent="0">
              <a:lnSpc>
                <a:spcPct val="85000"/>
              </a:lnSpc>
              <a:spcBef>
                <a:spcPts val="0"/>
              </a:spcBef>
              <a:buNone/>
              <a:defRPr sz="15000" b="1" i="1" spc="-300">
                <a:solidFill>
                  <a:schemeClr val="accent3"/>
                </a:solidFill>
                <a:latin typeface="+mj-lt"/>
              </a:defRPr>
            </a:lvl1pPr>
          </a:lstStyle>
          <a:p>
            <a:pPr lvl="0"/>
            <a:r>
              <a:rPr lang="nb"/>
              <a:t>1###</a:t>
            </a:r>
          </a:p>
        </p:txBody>
      </p:sp>
      <p:sp>
        <p:nvSpPr>
          <p:cNvPr id="3" name="Tekst 1">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1" y="3941531"/>
            <a:ext cx="3391091" cy="2246543"/>
          </a:xfrm>
        </p:spPr>
        <p:txBody>
          <a:bodyPr/>
          <a:lstStyle>
            <a:lvl1pPr marL="0" indent="0">
              <a:spcBef>
                <a:spcPts val="0"/>
              </a:spcBef>
              <a:buNone/>
              <a:defRPr sz="1400">
                <a:solidFill>
                  <a:schemeClr val="accent3"/>
                </a:solidFill>
              </a:defRPr>
            </a:lvl1pPr>
            <a:lvl2pPr marL="180975" indent="-174625">
              <a:spcBef>
                <a:spcPts val="1000"/>
              </a:spcBef>
              <a:buFont typeface="Arial" panose="020B0604020202020204" pitchFamily="34" charset="0"/>
              <a:buChar char="•"/>
              <a:tabLst/>
              <a:defRPr sz="1400">
                <a:solidFill>
                  <a:schemeClr val="accent3"/>
                </a:solidFill>
              </a:defRPr>
            </a:lvl2pPr>
            <a:lvl3pPr marL="317500" indent="-136525">
              <a:tabLst/>
              <a:defRPr sz="1400">
                <a:solidFill>
                  <a:schemeClr val="accent3"/>
                </a:solidFill>
              </a:defRPr>
            </a:lvl3pPr>
            <a:lvl4pPr>
              <a:defRPr sz="1400"/>
            </a:lvl4pPr>
            <a:lvl5pPr>
              <a:defRPr sz="1400"/>
            </a:lvl5pPr>
          </a:lstStyle>
          <a:p>
            <a:pPr lvl="0"/>
            <a:r>
              <a:rPr lang="nb" dirty="0"/>
              <a:t>Klikk for å redigere</a:t>
            </a:r>
          </a:p>
          <a:p>
            <a:pPr lvl="1"/>
            <a:r>
              <a:rPr lang="nb" dirty="0"/>
              <a:t>Andre nivå</a:t>
            </a:r>
          </a:p>
          <a:p>
            <a:pPr lvl="2"/>
            <a:r>
              <a:rPr lang="nb" dirty="0"/>
              <a:t>Tredje nivå</a:t>
            </a:r>
          </a:p>
        </p:txBody>
      </p:sp>
      <p:sp>
        <p:nvSpPr>
          <p:cNvPr id="5" name="Section 2">
            <a:extLst>
              <a:ext uri="{FF2B5EF4-FFF2-40B4-BE49-F238E27FC236}">
                <a16:creationId xmlns:a16="http://schemas.microsoft.com/office/drawing/2014/main" id="{F24A6423-F823-AE53-1957-EF7F25B2B3C1}"/>
              </a:ext>
            </a:extLst>
          </p:cNvPr>
          <p:cNvSpPr>
            <a:spLocks noGrp="1"/>
          </p:cNvSpPr>
          <p:nvPr>
            <p:ph type="body" sz="quarter" idx="12" hasCustomPrompt="1"/>
          </p:nvPr>
        </p:nvSpPr>
        <p:spPr>
          <a:xfrm>
            <a:off x="6096794" y="504001"/>
            <a:ext cx="1088215" cy="246221"/>
          </a:xfrm>
        </p:spPr>
        <p:txBody>
          <a:bodyPr wrap="none" lIns="360000">
            <a:spAutoFit/>
          </a:bodyPr>
          <a:lstStyle>
            <a:lvl1pPr marL="0" indent="0">
              <a:lnSpc>
                <a:spcPct val="100000"/>
              </a:lnSpc>
              <a:spcBef>
                <a:spcPts val="0"/>
              </a:spcBef>
              <a:buNone/>
              <a:defRPr sz="1600">
                <a:solidFill>
                  <a:schemeClr val="bg1"/>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6" name="Tall 2">
            <a:extLst>
              <a:ext uri="{FF2B5EF4-FFF2-40B4-BE49-F238E27FC236}">
                <a16:creationId xmlns:a16="http://schemas.microsoft.com/office/drawing/2014/main" id="{D0C02313-EB7E-3C07-CC57-1BA4DE530C74}"/>
              </a:ext>
            </a:extLst>
          </p:cNvPr>
          <p:cNvSpPr>
            <a:spLocks noGrp="1"/>
          </p:cNvSpPr>
          <p:nvPr>
            <p:ph type="body" sz="quarter" idx="16" hasCustomPrompt="1"/>
          </p:nvPr>
        </p:nvSpPr>
        <p:spPr>
          <a:xfrm>
            <a:off x="6096794" y="1196975"/>
            <a:ext cx="3045996" cy="2484402"/>
          </a:xfrm>
        </p:spPr>
        <p:txBody>
          <a:bodyPr lIns="360000" anchor="b" anchorCtr="0"/>
          <a:lstStyle>
            <a:lvl1pPr marL="0" indent="0" algn="l">
              <a:lnSpc>
                <a:spcPct val="85000"/>
              </a:lnSpc>
              <a:spcBef>
                <a:spcPts val="0"/>
              </a:spcBef>
              <a:buNone/>
              <a:defRPr sz="8000" b="1" i="1" spc="-300">
                <a:solidFill>
                  <a:schemeClr val="bg1"/>
                </a:solidFill>
                <a:latin typeface="+mj-lt"/>
              </a:defRPr>
            </a:lvl1pPr>
          </a:lstStyle>
          <a:p>
            <a:pPr lvl="0"/>
            <a:r>
              <a:rPr lang="nb"/>
              <a:t>1###</a:t>
            </a:r>
          </a:p>
        </p:txBody>
      </p:sp>
      <p:sp>
        <p:nvSpPr>
          <p:cNvPr id="15" name="Tekst 2">
            <a:extLst>
              <a:ext uri="{FF2B5EF4-FFF2-40B4-BE49-F238E27FC236}">
                <a16:creationId xmlns:a16="http://schemas.microsoft.com/office/drawing/2014/main" id="{25408968-4DDB-53D9-74E6-E3034E7A93E6}"/>
              </a:ext>
            </a:extLst>
          </p:cNvPr>
          <p:cNvSpPr>
            <a:spLocks noGrp="1"/>
          </p:cNvSpPr>
          <p:nvPr>
            <p:ph sz="half" idx="15" hasCustomPrompt="1"/>
          </p:nvPr>
        </p:nvSpPr>
        <p:spPr>
          <a:xfrm>
            <a:off x="6096793" y="3941531"/>
            <a:ext cx="3043173" cy="2246543"/>
          </a:xfrm>
        </p:spPr>
        <p:txBody>
          <a:bodyPr lIns="360000" rIns="360000"/>
          <a:lstStyle>
            <a:lvl1pPr marL="0" indent="0">
              <a:spcBef>
                <a:spcPts val="0"/>
              </a:spcBef>
              <a:buNone/>
              <a:defRPr sz="1400">
                <a:solidFill>
                  <a:schemeClr val="bg1"/>
                </a:solidFill>
              </a:defRPr>
            </a:lvl1pPr>
            <a:lvl2pPr marL="180975" indent="-174625">
              <a:spcBef>
                <a:spcPts val="1000"/>
              </a:spcBef>
              <a:buClr>
                <a:schemeClr val="bg1"/>
              </a:buClr>
              <a:buFont typeface="Arial" panose="020B0604020202020204" pitchFamily="34" charset="0"/>
              <a:buChar char="•"/>
              <a:tabLst/>
              <a:defRPr sz="1400">
                <a:solidFill>
                  <a:schemeClr val="bg1"/>
                </a:solidFill>
              </a:defRPr>
            </a:lvl2pPr>
            <a:lvl3pPr marL="317500" indent="-136525">
              <a:buClr>
                <a:schemeClr val="bg1"/>
              </a:buClr>
              <a:tabLst/>
              <a:defRPr sz="1400">
                <a:solidFill>
                  <a:schemeClr val="bg1"/>
                </a:solidFill>
              </a:defRPr>
            </a:lvl3pPr>
            <a:lvl4pPr>
              <a:defRPr sz="1400"/>
            </a:lvl4pPr>
            <a:lvl5pPr>
              <a:defRPr sz="1400"/>
            </a:lvl5pPr>
          </a:lstStyle>
          <a:p>
            <a:pPr lvl="0"/>
            <a:r>
              <a:rPr lang="nb" dirty="0"/>
              <a:t>Klikk for å redigere</a:t>
            </a:r>
          </a:p>
          <a:p>
            <a:pPr lvl="1"/>
            <a:r>
              <a:rPr lang="nb" dirty="0"/>
              <a:t>Andre nivå</a:t>
            </a:r>
          </a:p>
          <a:p>
            <a:pPr lvl="2"/>
            <a:r>
              <a:rPr lang="nb" dirty="0"/>
              <a:t>Tredje nivå</a:t>
            </a:r>
          </a:p>
        </p:txBody>
      </p:sp>
      <p:sp>
        <p:nvSpPr>
          <p:cNvPr id="11" name="Section 3">
            <a:extLst>
              <a:ext uri="{FF2B5EF4-FFF2-40B4-BE49-F238E27FC236}">
                <a16:creationId xmlns:a16="http://schemas.microsoft.com/office/drawing/2014/main" id="{FA71BA3A-E69D-CA7E-C003-5344BA8358D0}"/>
              </a:ext>
            </a:extLst>
          </p:cNvPr>
          <p:cNvSpPr>
            <a:spLocks noGrp="1"/>
          </p:cNvSpPr>
          <p:nvPr>
            <p:ph type="body" sz="quarter" idx="13" hasCustomPrompt="1"/>
          </p:nvPr>
        </p:nvSpPr>
        <p:spPr>
          <a:xfrm>
            <a:off x="9145190" y="504001"/>
            <a:ext cx="1088073" cy="246221"/>
          </a:xfrm>
        </p:spPr>
        <p:txBody>
          <a:bodyPr wrap="none" lIns="360000">
            <a:spAutoFit/>
          </a:bodyPr>
          <a:lstStyle>
            <a:lvl1pPr marL="0" indent="0">
              <a:lnSpc>
                <a:spcPct val="100000"/>
              </a:lnSpc>
              <a:spcBef>
                <a:spcPts val="0"/>
              </a:spcBef>
              <a:buNone/>
              <a:defRPr sz="1600">
                <a:solidFill>
                  <a:schemeClr val="bg1"/>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8" name="Tall 3">
            <a:extLst>
              <a:ext uri="{FF2B5EF4-FFF2-40B4-BE49-F238E27FC236}">
                <a16:creationId xmlns:a16="http://schemas.microsoft.com/office/drawing/2014/main" id="{2D4AF362-C8FE-1C70-68CF-D641E4716801}"/>
              </a:ext>
            </a:extLst>
          </p:cNvPr>
          <p:cNvSpPr>
            <a:spLocks noGrp="1"/>
          </p:cNvSpPr>
          <p:nvPr>
            <p:ph type="body" sz="quarter" idx="18" hasCustomPrompt="1"/>
          </p:nvPr>
        </p:nvSpPr>
        <p:spPr>
          <a:xfrm>
            <a:off x="9145190" y="1196975"/>
            <a:ext cx="3045996" cy="2484402"/>
          </a:xfrm>
        </p:spPr>
        <p:txBody>
          <a:bodyPr lIns="360000" anchor="b" anchorCtr="0"/>
          <a:lstStyle>
            <a:lvl1pPr marL="0" indent="0" algn="l">
              <a:lnSpc>
                <a:spcPct val="85000"/>
              </a:lnSpc>
              <a:spcBef>
                <a:spcPts val="0"/>
              </a:spcBef>
              <a:buNone/>
              <a:defRPr sz="8000" b="1" i="1" spc="-300">
                <a:solidFill>
                  <a:schemeClr val="bg1"/>
                </a:solidFill>
                <a:latin typeface="+mj-lt"/>
              </a:defRPr>
            </a:lvl1pPr>
          </a:lstStyle>
          <a:p>
            <a:pPr lvl="0"/>
            <a:r>
              <a:rPr lang="nb"/>
              <a:t>1###</a:t>
            </a:r>
          </a:p>
        </p:txBody>
      </p:sp>
      <p:sp>
        <p:nvSpPr>
          <p:cNvPr id="17" name="Tekst 3">
            <a:extLst>
              <a:ext uri="{FF2B5EF4-FFF2-40B4-BE49-F238E27FC236}">
                <a16:creationId xmlns:a16="http://schemas.microsoft.com/office/drawing/2014/main" id="{1A6C386F-9B63-5FEB-E855-802B57382AF0}"/>
              </a:ext>
            </a:extLst>
          </p:cNvPr>
          <p:cNvSpPr>
            <a:spLocks noGrp="1"/>
          </p:cNvSpPr>
          <p:nvPr>
            <p:ph sz="half" idx="17" hasCustomPrompt="1"/>
          </p:nvPr>
        </p:nvSpPr>
        <p:spPr>
          <a:xfrm>
            <a:off x="9145190" y="3941532"/>
            <a:ext cx="3043173" cy="2246542"/>
          </a:xfrm>
        </p:spPr>
        <p:txBody>
          <a:bodyPr lIns="360000" rIns="360000"/>
          <a:lstStyle>
            <a:lvl1pPr marL="0" indent="0">
              <a:spcBef>
                <a:spcPts val="0"/>
              </a:spcBef>
              <a:buNone/>
              <a:defRPr sz="1400">
                <a:solidFill>
                  <a:schemeClr val="bg1"/>
                </a:solidFill>
              </a:defRPr>
            </a:lvl1pPr>
            <a:lvl2pPr marL="180975" indent="-174625">
              <a:spcBef>
                <a:spcPts val="1000"/>
              </a:spcBef>
              <a:buClr>
                <a:schemeClr val="bg1"/>
              </a:buClr>
              <a:buFont typeface="Arial" panose="020B0604020202020204" pitchFamily="34" charset="0"/>
              <a:buChar char="•"/>
              <a:tabLst/>
              <a:defRPr sz="1400">
                <a:solidFill>
                  <a:schemeClr val="bg1"/>
                </a:solidFill>
              </a:defRPr>
            </a:lvl2pPr>
            <a:lvl3pPr marL="317500" indent="-136525">
              <a:buClr>
                <a:schemeClr val="bg1"/>
              </a:buClr>
              <a:tabLst/>
              <a:defRPr sz="1400">
                <a:solidFill>
                  <a:schemeClr val="bg1"/>
                </a:solidFill>
              </a:defRPr>
            </a:lvl3pPr>
            <a:lvl4pPr>
              <a:defRPr sz="1400"/>
            </a:lvl4pPr>
            <a:lvl5pPr>
              <a:defRPr sz="1400"/>
            </a:lvl5pPr>
          </a:lstStyle>
          <a:p>
            <a:pPr lvl="0"/>
            <a:r>
              <a:rPr lang="nb" dirty="0"/>
              <a:t>Klikk for å redigere</a:t>
            </a:r>
          </a:p>
          <a:p>
            <a:pPr lvl="1"/>
            <a:r>
              <a:rPr lang="nb" dirty="0"/>
              <a:t>Andre nivå</a:t>
            </a:r>
          </a:p>
          <a:p>
            <a:pPr lvl="2"/>
            <a:r>
              <a:rPr lang="nb" dirty="0"/>
              <a:t>Tredje nivå</a:t>
            </a:r>
          </a:p>
        </p:txBody>
      </p:sp>
      <p:sp>
        <p:nvSpPr>
          <p:cNvPr id="2" name="Date Placeholder 1">
            <a:extLst>
              <a:ext uri="{FF2B5EF4-FFF2-40B4-BE49-F238E27FC236}">
                <a16:creationId xmlns:a16="http://schemas.microsoft.com/office/drawing/2014/main" id="{46D9F496-7F17-3274-D5DA-C9E47FC596F6}"/>
              </a:ext>
            </a:extLst>
          </p:cNvPr>
          <p:cNvSpPr>
            <a:spLocks noGrp="1"/>
          </p:cNvSpPr>
          <p:nvPr>
            <p:ph type="dt" sz="half" idx="20"/>
          </p:nvPr>
        </p:nvSpPr>
        <p:spPr/>
        <p:txBody>
          <a:bodyPr/>
          <a:lstStyle>
            <a:lvl1pPr>
              <a:defRPr>
                <a:solidFill>
                  <a:schemeClr val="bg2"/>
                </a:solidFill>
              </a:defRPr>
            </a:lvl1pPr>
          </a:lstStyle>
          <a:p>
            <a:fld id="{10424279-1F3E-3246-B88A-3DFC2504035B}" type="datetime1">
              <a:rPr lang="nb-NO" smtClean="0"/>
              <a:t>23.01.2026</a:t>
            </a:fld>
            <a:endParaRPr lang="en-GB"/>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lvl1pPr>
              <a:defRPr>
                <a:solidFill>
                  <a:schemeClr val="bg2"/>
                </a:solidFill>
              </a:defRPr>
            </a:lvl1pPr>
          </a:lstStyle>
          <a:p>
            <a:fld id="{608810A5-7811-344D-9AE9-EC83104FB54D}" type="slidenum">
              <a:rPr lang="en-GB" smtClean="0"/>
              <a:t>‹#›</a:t>
            </a:fld>
            <a:endParaRPr lang="en-GB"/>
          </a:p>
        </p:txBody>
      </p:sp>
      <p:sp>
        <p:nvSpPr>
          <p:cNvPr id="6" name="Footer Placeholder 5">
            <a:extLst>
              <a:ext uri="{FF2B5EF4-FFF2-40B4-BE49-F238E27FC236}">
                <a16:creationId xmlns:a16="http://schemas.microsoft.com/office/drawing/2014/main" id="{53D063E8-55E9-7D9E-9E10-807DEFBD9E29}"/>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180908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Image Split Text Mid">
    <p:bg>
      <p:bgRef idx="1001">
        <a:schemeClr val="bg2"/>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2681-D8EB-DB5B-543C-E290BF9BAAED}"/>
              </a:ext>
            </a:extLst>
          </p:cNvPr>
          <p:cNvSpPr>
            <a:spLocks noGrp="1"/>
          </p:cNvSpPr>
          <p:nvPr>
            <p:ph type="pic" sz="quarter" idx="12"/>
          </p:nvPr>
        </p:nvSpPr>
        <p:spPr bwMode="gray">
          <a:xfrm>
            <a:off x="0" y="0"/>
            <a:ext cx="6095593" cy="6858000"/>
          </a:xfrm>
          <a:prstGeom prst="rect">
            <a:avLst/>
          </a:prstGeom>
          <a:solidFill>
            <a:schemeClr val="bg1"/>
          </a:solidFill>
        </p:spPr>
        <p:txBody>
          <a:bodyPr wrap="square" tIns="2880000" bIns="0" anchor="t" anchorCtr="0">
            <a:noAutofit/>
          </a:bodyPr>
          <a:lstStyle>
            <a:lvl1pPr marL="0" indent="0" algn="ctr">
              <a:buNone/>
              <a:defRPr sz="1200"/>
            </a:lvl1pPr>
          </a:lstStyle>
          <a:p>
            <a:r>
              <a:rPr lang="nb-NO"/>
              <a:t>Klikk på ikonet for å legge til et bilde</a:t>
            </a:r>
          </a:p>
        </p:txBody>
      </p:sp>
      <p:sp>
        <p:nvSpPr>
          <p:cNvPr id="3" name="Title 2">
            <a:extLst>
              <a:ext uri="{FF2B5EF4-FFF2-40B4-BE49-F238E27FC236}">
                <a16:creationId xmlns:a16="http://schemas.microsoft.com/office/drawing/2014/main" id="{BA9C3891-5BB6-C831-3C45-A2BF883908DA}"/>
              </a:ext>
            </a:extLst>
          </p:cNvPr>
          <p:cNvSpPr>
            <a:spLocks noGrp="1"/>
          </p:cNvSpPr>
          <p:nvPr>
            <p:ph type="title" hasCustomPrompt="1"/>
          </p:nvPr>
        </p:nvSpPr>
        <p:spPr>
          <a:xfrm>
            <a:off x="540072" y="540001"/>
            <a:ext cx="5088349" cy="1772793"/>
          </a:xfrm>
        </p:spPr>
        <p:txBody>
          <a:bodyPr>
            <a:noAutofit/>
          </a:bodyPr>
          <a:lstStyle>
            <a:lvl1pPr>
              <a:lnSpc>
                <a:spcPct val="80000"/>
              </a:lnSpc>
              <a:defRPr sz="6600" b="1" i="1">
                <a:solidFill>
                  <a:schemeClr val="tx1"/>
                </a:solidFill>
                <a:latin typeface="+mj-lt"/>
              </a:defRPr>
            </a:lvl1pPr>
          </a:lstStyle>
          <a:p>
            <a:r>
              <a:rPr lang="nb" dirty="0"/>
              <a:t>Overskrift splittet</a:t>
            </a:r>
            <a:endParaRPr lang="nb-NO" dirty="0"/>
          </a:p>
        </p:txBody>
      </p:sp>
      <p:sp>
        <p:nvSpPr>
          <p:cNvPr id="14" name="Text Placeholder 13">
            <a:extLst>
              <a:ext uri="{FF2B5EF4-FFF2-40B4-BE49-F238E27FC236}">
                <a16:creationId xmlns:a16="http://schemas.microsoft.com/office/drawing/2014/main" id="{49BBB3D2-AA50-2CB3-12E7-C5F254F7EA64}"/>
              </a:ext>
            </a:extLst>
          </p:cNvPr>
          <p:cNvSpPr>
            <a:spLocks noGrp="1"/>
          </p:cNvSpPr>
          <p:nvPr>
            <p:ph type="body" sz="quarter" idx="13" hasCustomPrompt="1"/>
          </p:nvPr>
        </p:nvSpPr>
        <p:spPr>
          <a:xfrm>
            <a:off x="6571769" y="4509003"/>
            <a:ext cx="5087462" cy="1812422"/>
          </a:xfrm>
        </p:spPr>
        <p:txBody>
          <a:bodyPr anchor="b" anchorCtr="0">
            <a:noAutofit/>
          </a:bodyPr>
          <a:lstStyle>
            <a:lvl1pPr marL="0" indent="0" fontAlgn="b">
              <a:lnSpc>
                <a:spcPct val="80000"/>
              </a:lnSpc>
              <a:spcBef>
                <a:spcPts val="0"/>
              </a:spcBef>
              <a:buNone/>
              <a:defRPr lang="en-GB" sz="6600" b="1" i="1" u="none" kern="1200" dirty="0">
                <a:solidFill>
                  <a:schemeClr val="tx1"/>
                </a:solidFill>
                <a:latin typeface="+mj-lt"/>
                <a:ea typeface="Verdana" panose="020B0604030504040204" pitchFamily="34" charset="0"/>
                <a:cs typeface="+mj-cs"/>
                <a:sym typeface="Verdana" panose="020B0604030504040204" pitchFamily="34" charset="0"/>
              </a:defRPr>
            </a:lvl1pPr>
            <a:lvl2pPr marL="180975" indent="-176213">
              <a:buFont typeface="Arial" panose="020B0604020202020204" pitchFamily="34" charset="0"/>
              <a:buChar char="•"/>
              <a:tabLst/>
              <a:defRPr sz="1400"/>
            </a:lvl2pPr>
            <a:lvl3pPr>
              <a:defRPr sz="1400"/>
            </a:lvl3pPr>
            <a:lvl4pPr>
              <a:defRPr sz="1400"/>
            </a:lvl4pPr>
            <a:lvl5pPr>
              <a:defRPr sz="1400"/>
            </a:lvl5pPr>
          </a:lstStyle>
          <a:p>
            <a:pPr lvl="0"/>
            <a:r>
              <a:rPr lang="nb"/>
              <a:t>over hele skjermen</a:t>
            </a:r>
          </a:p>
        </p:txBody>
      </p:sp>
      <p:sp>
        <p:nvSpPr>
          <p:cNvPr id="6" name="Date Placeholder 5">
            <a:extLst>
              <a:ext uri="{FF2B5EF4-FFF2-40B4-BE49-F238E27FC236}">
                <a16:creationId xmlns:a16="http://schemas.microsoft.com/office/drawing/2014/main" id="{2EDED9B6-4754-B4D2-F7FD-403C0E033739}"/>
              </a:ext>
            </a:extLst>
          </p:cNvPr>
          <p:cNvSpPr>
            <a:spLocks noGrp="1"/>
          </p:cNvSpPr>
          <p:nvPr>
            <p:ph type="dt" sz="half" idx="14"/>
          </p:nvPr>
        </p:nvSpPr>
        <p:spPr>
          <a:xfrm>
            <a:off x="10211050" y="10800000"/>
            <a:ext cx="720475" cy="151200"/>
          </a:xfrm>
        </p:spPr>
        <p:txBody>
          <a:bodyPr/>
          <a:lstStyle/>
          <a:p>
            <a:fld id="{0A5C3285-0ED9-3C4E-A405-69948C389DEF}" type="datetime1">
              <a:rPr lang="nb-NO" smtClean="0"/>
              <a:t>23.01.2026</a:t>
            </a:fld>
            <a:endParaRPr lang="en-GB"/>
          </a:p>
        </p:txBody>
      </p:sp>
      <p:sp>
        <p:nvSpPr>
          <p:cNvPr id="9" name="Footer Placeholder 8">
            <a:extLst>
              <a:ext uri="{FF2B5EF4-FFF2-40B4-BE49-F238E27FC236}">
                <a16:creationId xmlns:a16="http://schemas.microsoft.com/office/drawing/2014/main" id="{A0F14264-EE95-5D5D-BAC0-140639BE7A85}"/>
              </a:ext>
            </a:extLst>
          </p:cNvPr>
          <p:cNvSpPr>
            <a:spLocks noGrp="1"/>
          </p:cNvSpPr>
          <p:nvPr>
            <p:ph type="ftr" sz="quarter" idx="15"/>
          </p:nvPr>
        </p:nvSpPr>
        <p:spPr>
          <a:xfrm>
            <a:off x="540000" y="10800000"/>
            <a:ext cx="9671049" cy="151200"/>
          </a:xfrm>
        </p:spPr>
        <p:txBody>
          <a:bodyPr/>
          <a:lstStyle/>
          <a:p>
            <a:endParaRPr lang="en-GB"/>
          </a:p>
        </p:txBody>
      </p:sp>
      <p:sp>
        <p:nvSpPr>
          <p:cNvPr id="10" name="Slide Number Placeholder 9">
            <a:extLst>
              <a:ext uri="{FF2B5EF4-FFF2-40B4-BE49-F238E27FC236}">
                <a16:creationId xmlns:a16="http://schemas.microsoft.com/office/drawing/2014/main" id="{A8E15F6E-6BA5-4854-1DFB-82CD9C6BCF50}"/>
              </a:ext>
            </a:extLst>
          </p:cNvPr>
          <p:cNvSpPr>
            <a:spLocks noGrp="1"/>
          </p:cNvSpPr>
          <p:nvPr>
            <p:ph type="sldNum" sz="quarter" idx="16"/>
          </p:nvPr>
        </p:nvSpPr>
        <p:spPr/>
        <p:txBody>
          <a:bodyPr/>
          <a:lstStyle/>
          <a:p>
            <a:fld id="{608810A5-7811-344D-9AE9-EC83104FB54D}" type="slidenum">
              <a:rPr lang="en-GB" smtClean="0"/>
              <a:t>‹#›</a:t>
            </a:fld>
            <a:endParaRPr lang="en-GB"/>
          </a:p>
        </p:txBody>
      </p:sp>
      <p:sp>
        <p:nvSpPr>
          <p:cNvPr id="2" name="TekstSylinder 50">
            <a:extLst>
              <a:ext uri="{FF2B5EF4-FFF2-40B4-BE49-F238E27FC236}">
                <a16:creationId xmlns:a16="http://schemas.microsoft.com/office/drawing/2014/main" id="{D52FBB17-AADA-4C59-D722-D3FDBE9237E7}"/>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025949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Image Split Text Soft">
    <p:bg>
      <p:bgPr>
        <a:solidFill>
          <a:schemeClr val="bg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2681-D8EB-DB5B-543C-E290BF9BAAED}"/>
              </a:ext>
            </a:extLst>
          </p:cNvPr>
          <p:cNvSpPr>
            <a:spLocks noGrp="1"/>
          </p:cNvSpPr>
          <p:nvPr>
            <p:ph type="pic" sz="quarter" idx="12"/>
          </p:nvPr>
        </p:nvSpPr>
        <p:spPr bwMode="gray">
          <a:xfrm>
            <a:off x="0" y="0"/>
            <a:ext cx="6095593" cy="6858000"/>
          </a:xfrm>
          <a:prstGeom prst="rect">
            <a:avLst/>
          </a:prstGeom>
          <a:solidFill>
            <a:schemeClr val="tx1"/>
          </a:solidFill>
        </p:spPr>
        <p:txBody>
          <a:bodyPr wrap="square" tIns="2880000" bIns="0" anchor="t" anchorCtr="0">
            <a:noAutofit/>
          </a:bodyPr>
          <a:lstStyle>
            <a:lvl1pPr marL="0" indent="0" algn="ctr">
              <a:buNone/>
              <a:defRPr sz="1200">
                <a:solidFill>
                  <a:schemeClr val="bg1"/>
                </a:solidFill>
              </a:defRPr>
            </a:lvl1pPr>
          </a:lstStyle>
          <a:p>
            <a:r>
              <a:rPr lang="nb-NO"/>
              <a:t>Klikk på ikonet for å legge til et bilde</a:t>
            </a:r>
          </a:p>
        </p:txBody>
      </p:sp>
      <p:sp>
        <p:nvSpPr>
          <p:cNvPr id="3" name="Title 2">
            <a:extLst>
              <a:ext uri="{FF2B5EF4-FFF2-40B4-BE49-F238E27FC236}">
                <a16:creationId xmlns:a16="http://schemas.microsoft.com/office/drawing/2014/main" id="{BA9C3891-5BB6-C831-3C45-A2BF883908DA}"/>
              </a:ext>
            </a:extLst>
          </p:cNvPr>
          <p:cNvSpPr>
            <a:spLocks noGrp="1"/>
          </p:cNvSpPr>
          <p:nvPr>
            <p:ph type="title" hasCustomPrompt="1"/>
          </p:nvPr>
        </p:nvSpPr>
        <p:spPr>
          <a:xfrm>
            <a:off x="540072" y="540001"/>
            <a:ext cx="5088349" cy="1772793"/>
          </a:xfrm>
        </p:spPr>
        <p:txBody>
          <a:bodyPr>
            <a:noAutofit/>
          </a:bodyPr>
          <a:lstStyle>
            <a:lvl1pPr>
              <a:lnSpc>
                <a:spcPct val="80000"/>
              </a:lnSpc>
              <a:defRPr sz="6600" b="1" i="1">
                <a:solidFill>
                  <a:schemeClr val="bg1"/>
                </a:solidFill>
                <a:latin typeface="+mj-lt"/>
              </a:defRPr>
            </a:lvl1pPr>
          </a:lstStyle>
          <a:p>
            <a:r>
              <a:rPr lang="nb" dirty="0"/>
              <a:t>Overskrift splittet</a:t>
            </a:r>
            <a:endParaRPr lang="nb-NO" dirty="0"/>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a:xfrm>
            <a:off x="1070363" y="11590151"/>
            <a:ext cx="10057873" cy="149678"/>
          </a:xfrm>
        </p:spPr>
        <p:txBody>
          <a:bodyPr/>
          <a:lstStyle/>
          <a:p>
            <a:endParaRPr lang="en-GB"/>
          </a:p>
        </p:txBody>
      </p:sp>
      <p:sp>
        <p:nvSpPr>
          <p:cNvPr id="2" name="Text Placeholder 13">
            <a:extLst>
              <a:ext uri="{FF2B5EF4-FFF2-40B4-BE49-F238E27FC236}">
                <a16:creationId xmlns:a16="http://schemas.microsoft.com/office/drawing/2014/main" id="{7A258FDC-0687-4900-3CF9-8A0B1429542F}"/>
              </a:ext>
            </a:extLst>
          </p:cNvPr>
          <p:cNvSpPr>
            <a:spLocks noGrp="1"/>
          </p:cNvSpPr>
          <p:nvPr>
            <p:ph type="body" sz="quarter" idx="13" hasCustomPrompt="1"/>
          </p:nvPr>
        </p:nvSpPr>
        <p:spPr>
          <a:xfrm>
            <a:off x="6571769" y="4509003"/>
            <a:ext cx="5087462" cy="1812422"/>
          </a:xfrm>
        </p:spPr>
        <p:txBody>
          <a:bodyPr anchor="b" anchorCtr="0">
            <a:noAutofit/>
          </a:bodyPr>
          <a:lstStyle>
            <a:lvl1pPr marL="0" indent="0" fontAlgn="b">
              <a:lnSpc>
                <a:spcPct val="80000"/>
              </a:lnSpc>
              <a:spcBef>
                <a:spcPts val="0"/>
              </a:spcBef>
              <a:buNone/>
              <a:defRPr lang="en-GB" sz="6600" b="1" i="1" u="none" kern="1200" dirty="0">
                <a:solidFill>
                  <a:schemeClr val="tx1"/>
                </a:solidFill>
                <a:latin typeface="+mj-lt"/>
                <a:ea typeface="Verdana" panose="020B0604030504040204" pitchFamily="34" charset="0"/>
                <a:cs typeface="+mj-cs"/>
                <a:sym typeface="Verdana" panose="020B0604030504040204" pitchFamily="34" charset="0"/>
              </a:defRPr>
            </a:lvl1pPr>
            <a:lvl2pPr marL="180975" indent="-176213">
              <a:buFont typeface="Arial" panose="020B0604020202020204" pitchFamily="34" charset="0"/>
              <a:buChar char="•"/>
              <a:tabLst/>
              <a:defRPr sz="1400"/>
            </a:lvl2pPr>
            <a:lvl3pPr>
              <a:defRPr sz="1400"/>
            </a:lvl3pPr>
            <a:lvl4pPr>
              <a:defRPr sz="1400"/>
            </a:lvl4pPr>
            <a:lvl5pPr>
              <a:defRPr sz="1400"/>
            </a:lvl5pPr>
          </a:lstStyle>
          <a:p>
            <a:pPr lvl="0"/>
            <a:r>
              <a:rPr lang="nb"/>
              <a:t>over hele skjermen</a:t>
            </a:r>
          </a:p>
        </p:txBody>
      </p:sp>
      <p:sp>
        <p:nvSpPr>
          <p:cNvPr id="5" name="Date Placeholder 4">
            <a:extLst>
              <a:ext uri="{FF2B5EF4-FFF2-40B4-BE49-F238E27FC236}">
                <a16:creationId xmlns:a16="http://schemas.microsoft.com/office/drawing/2014/main" id="{CC4A3600-577F-8A71-607D-3842951006C2}"/>
              </a:ext>
            </a:extLst>
          </p:cNvPr>
          <p:cNvSpPr>
            <a:spLocks noGrp="1"/>
          </p:cNvSpPr>
          <p:nvPr>
            <p:ph type="dt" sz="half" idx="14"/>
          </p:nvPr>
        </p:nvSpPr>
        <p:spPr>
          <a:xfrm>
            <a:off x="540000" y="11588629"/>
            <a:ext cx="720475" cy="151200"/>
          </a:xfrm>
        </p:spPr>
        <p:txBody>
          <a:bodyPr/>
          <a:lstStyle/>
          <a:p>
            <a:fld id="{D4E8E9DF-C8E3-4944-ADBD-E409416A8C78}" type="datetime1">
              <a:rPr lang="nb-NO" smtClean="0"/>
              <a:t>23.01.2026</a:t>
            </a:fld>
            <a:endParaRPr lang="en-GB"/>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6" name="TekstSylinder 50">
            <a:extLst>
              <a:ext uri="{FF2B5EF4-FFF2-40B4-BE49-F238E27FC236}">
                <a16:creationId xmlns:a16="http://schemas.microsoft.com/office/drawing/2014/main" id="{B4ACC9DF-2F0F-922A-8E3B-4F36A1CDB733}"/>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1851067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mage Split Tex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C1DD791-19E6-EEAF-5D49-B00DB884D84C}"/>
              </a:ext>
            </a:extLst>
          </p:cNvPr>
          <p:cNvSpPr>
            <a:spLocks noGrp="1"/>
          </p:cNvSpPr>
          <p:nvPr>
            <p:ph type="pic" sz="quarter" idx="12"/>
          </p:nvPr>
        </p:nvSpPr>
        <p:spPr bwMode="gray">
          <a:xfrm>
            <a:off x="0" y="0"/>
            <a:ext cx="12192000" cy="6858000"/>
          </a:xfrm>
          <a:prstGeom prst="rect">
            <a:avLst/>
          </a:prstGeom>
          <a:solidFill>
            <a:schemeClr val="bg2"/>
          </a:solidFill>
        </p:spPr>
        <p:txBody>
          <a:bodyPr wrap="none" tIns="360000" bIns="2880000" anchor="b" anchorCtr="0">
            <a:noAutofit/>
          </a:bodyPr>
          <a:lstStyle>
            <a:lvl1pPr marL="0" indent="0" algn="ctr">
              <a:buNone/>
              <a:defRPr sz="1200"/>
            </a:lvl1pPr>
          </a:lstStyle>
          <a:p>
            <a:r>
              <a:rPr lang="nb-NO"/>
              <a:t>Klikk på ikonet for å legge til et bilde</a:t>
            </a:r>
            <a:endParaRPr lang="nb-NO" dirty="0"/>
          </a:p>
        </p:txBody>
      </p:sp>
      <p:sp>
        <p:nvSpPr>
          <p:cNvPr id="9" name="Text 1">
            <a:extLst>
              <a:ext uri="{FF2B5EF4-FFF2-40B4-BE49-F238E27FC236}">
                <a16:creationId xmlns:a16="http://schemas.microsoft.com/office/drawing/2014/main" id="{0554FAFD-7BDD-23FA-B4EB-08D91D2338AE}"/>
              </a:ext>
            </a:extLst>
          </p:cNvPr>
          <p:cNvSpPr>
            <a:spLocks noGrp="1"/>
          </p:cNvSpPr>
          <p:nvPr>
            <p:ph type="body" sz="quarter" idx="23" hasCustomPrompt="1"/>
          </p:nvPr>
        </p:nvSpPr>
        <p:spPr>
          <a:xfrm>
            <a:off x="540000" y="530662"/>
            <a:ext cx="4481062" cy="902246"/>
          </a:xfrm>
          <a:solidFill>
            <a:schemeClr val="tx1"/>
          </a:solidFill>
          <a:ln>
            <a:noFill/>
          </a:ln>
        </p:spPr>
        <p:txBody>
          <a:bodyPr wrap="none" lIns="144000" tIns="108000" rIns="144000" bIns="54000" anchor="ctr" anchorCtr="0">
            <a:spAutoFit/>
          </a:bodyPr>
          <a:lstStyle>
            <a:lvl1pPr marL="0" indent="0" algn="l" fontAlgn="b">
              <a:lnSpc>
                <a:spcPct val="80000"/>
              </a:lnSpc>
              <a:spcBef>
                <a:spcPts val="0"/>
              </a:spcBef>
              <a:buNone/>
              <a:defRPr sz="6000" b="1" i="1">
                <a:solidFill>
                  <a:schemeClr val="accent1"/>
                </a:solidFill>
                <a:latin typeface="+mj-lt"/>
              </a:defRPr>
            </a:lvl1pPr>
            <a:lvl2pPr marL="216000" indent="0">
              <a:buNone/>
              <a:defRPr/>
            </a:lvl2pPr>
            <a:lvl3pPr marL="468000" indent="0">
              <a:buNone/>
              <a:defRPr/>
            </a:lvl3pPr>
            <a:lvl4pPr marL="720000" indent="0">
              <a:buNone/>
              <a:defRPr/>
            </a:lvl4pPr>
            <a:lvl5pPr marL="938213" indent="0">
              <a:buNone/>
              <a:defRPr/>
            </a:lvl5pPr>
          </a:lstStyle>
          <a:p>
            <a:pPr lvl="0"/>
            <a:r>
              <a:rPr lang="nb" dirty="0"/>
              <a:t>Første linje</a:t>
            </a:r>
            <a:endParaRPr lang="nb-NO" dirty="0"/>
          </a:p>
        </p:txBody>
      </p:sp>
      <p:sp>
        <p:nvSpPr>
          <p:cNvPr id="10" name="Text 2">
            <a:extLst>
              <a:ext uri="{FF2B5EF4-FFF2-40B4-BE49-F238E27FC236}">
                <a16:creationId xmlns:a16="http://schemas.microsoft.com/office/drawing/2014/main" id="{90FBFD1E-6A84-AD49-1A7E-BB8DD0EC2B91}"/>
              </a:ext>
            </a:extLst>
          </p:cNvPr>
          <p:cNvSpPr>
            <a:spLocks noGrp="1"/>
          </p:cNvSpPr>
          <p:nvPr>
            <p:ph type="body" sz="quarter" idx="24" hasCustomPrompt="1"/>
          </p:nvPr>
        </p:nvSpPr>
        <p:spPr>
          <a:xfrm>
            <a:off x="540000" y="1416262"/>
            <a:ext cx="4376867" cy="902246"/>
          </a:xfrm>
          <a:solidFill>
            <a:schemeClr val="tx1"/>
          </a:solidFill>
          <a:ln>
            <a:noFill/>
          </a:ln>
        </p:spPr>
        <p:txBody>
          <a:bodyPr wrap="none" lIns="144000" tIns="108000" rIns="144000" bIns="54000" anchor="ctr" anchorCtr="0">
            <a:spAutoFit/>
          </a:bodyPr>
          <a:lstStyle>
            <a:lvl1pPr marL="0" indent="0" algn="l" fontAlgn="b">
              <a:lnSpc>
                <a:spcPct val="80000"/>
              </a:lnSpc>
              <a:spcBef>
                <a:spcPts val="0"/>
              </a:spcBef>
              <a:buNone/>
              <a:defRPr sz="6000" b="1" i="1">
                <a:solidFill>
                  <a:schemeClr val="accent1"/>
                </a:solidFill>
                <a:latin typeface="+mj-lt"/>
              </a:defRPr>
            </a:lvl1pPr>
            <a:lvl2pPr marL="216000" indent="0">
              <a:buNone/>
              <a:defRPr/>
            </a:lvl2pPr>
            <a:lvl3pPr marL="468000" indent="0">
              <a:buNone/>
              <a:defRPr/>
            </a:lvl3pPr>
            <a:lvl4pPr marL="720000" indent="0">
              <a:buNone/>
              <a:defRPr/>
            </a:lvl4pPr>
            <a:lvl5pPr marL="938213" indent="0">
              <a:buNone/>
              <a:defRPr/>
            </a:lvl5pPr>
          </a:lstStyle>
          <a:p>
            <a:pPr lvl="0"/>
            <a:r>
              <a:rPr lang="nb" dirty="0"/>
              <a:t>Andre linje</a:t>
            </a:r>
            <a:endParaRPr lang="nb-NO" dirty="0"/>
          </a:p>
        </p:txBody>
      </p:sp>
      <p:sp>
        <p:nvSpPr>
          <p:cNvPr id="11" name="Text 3">
            <a:extLst>
              <a:ext uri="{FF2B5EF4-FFF2-40B4-BE49-F238E27FC236}">
                <a16:creationId xmlns:a16="http://schemas.microsoft.com/office/drawing/2014/main" id="{E3300CFC-7025-3149-D493-AAC70AE536CE}"/>
              </a:ext>
            </a:extLst>
          </p:cNvPr>
          <p:cNvSpPr>
            <a:spLocks noGrp="1"/>
          </p:cNvSpPr>
          <p:nvPr>
            <p:ph type="body" sz="quarter" idx="25" hasCustomPrompt="1"/>
          </p:nvPr>
        </p:nvSpPr>
        <p:spPr>
          <a:xfrm>
            <a:off x="7329885" y="4555712"/>
            <a:ext cx="4322365" cy="902246"/>
          </a:xfrm>
          <a:solidFill>
            <a:schemeClr val="tx1"/>
          </a:solidFill>
          <a:ln>
            <a:noFill/>
          </a:ln>
        </p:spPr>
        <p:txBody>
          <a:bodyPr wrap="none" lIns="144000" tIns="108000" rIns="144000" bIns="54000" anchor="ctr" anchorCtr="0">
            <a:spAutoFit/>
          </a:bodyPr>
          <a:lstStyle>
            <a:lvl1pPr marL="0" indent="0" algn="r" fontAlgn="b">
              <a:lnSpc>
                <a:spcPct val="80000"/>
              </a:lnSpc>
              <a:spcBef>
                <a:spcPts val="0"/>
              </a:spcBef>
              <a:buNone/>
              <a:defRPr sz="6000" b="1" i="1">
                <a:solidFill>
                  <a:schemeClr val="accent1"/>
                </a:solidFill>
                <a:latin typeface="+mj-lt"/>
              </a:defRPr>
            </a:lvl1pPr>
            <a:lvl2pPr marL="216000" indent="0">
              <a:buNone/>
              <a:defRPr/>
            </a:lvl2pPr>
            <a:lvl3pPr marL="468000" indent="0">
              <a:buNone/>
              <a:defRPr/>
            </a:lvl3pPr>
            <a:lvl4pPr marL="720000" indent="0">
              <a:buNone/>
              <a:defRPr/>
            </a:lvl4pPr>
            <a:lvl5pPr marL="938213" indent="0">
              <a:buNone/>
              <a:defRPr/>
            </a:lvl5pPr>
          </a:lstStyle>
          <a:p>
            <a:pPr lvl="0"/>
            <a:r>
              <a:rPr lang="nb" dirty="0"/>
              <a:t>tredje linje</a:t>
            </a:r>
            <a:endParaRPr lang="nb-NO" dirty="0"/>
          </a:p>
        </p:txBody>
      </p:sp>
      <p:sp>
        <p:nvSpPr>
          <p:cNvPr id="12" name="Text 4">
            <a:extLst>
              <a:ext uri="{FF2B5EF4-FFF2-40B4-BE49-F238E27FC236}">
                <a16:creationId xmlns:a16="http://schemas.microsoft.com/office/drawing/2014/main" id="{C9AD8D6A-D2E9-0154-0D44-148CFE86F70F}"/>
              </a:ext>
            </a:extLst>
          </p:cNvPr>
          <p:cNvSpPr>
            <a:spLocks noGrp="1"/>
          </p:cNvSpPr>
          <p:nvPr>
            <p:ph type="body" sz="quarter" idx="26" hasCustomPrompt="1"/>
          </p:nvPr>
        </p:nvSpPr>
        <p:spPr>
          <a:xfrm>
            <a:off x="7392402" y="5436206"/>
            <a:ext cx="4259848" cy="902246"/>
          </a:xfrm>
          <a:solidFill>
            <a:schemeClr val="tx1"/>
          </a:solidFill>
          <a:ln>
            <a:noFill/>
          </a:ln>
        </p:spPr>
        <p:txBody>
          <a:bodyPr wrap="none" lIns="144000" tIns="108000" rIns="144000" bIns="54000" anchor="ctr" anchorCtr="0">
            <a:spAutoFit/>
          </a:bodyPr>
          <a:lstStyle>
            <a:lvl1pPr marL="0" indent="0" algn="r" fontAlgn="b">
              <a:lnSpc>
                <a:spcPct val="80000"/>
              </a:lnSpc>
              <a:spcBef>
                <a:spcPts val="0"/>
              </a:spcBef>
              <a:buNone/>
              <a:defRPr sz="6000" b="1" i="1">
                <a:solidFill>
                  <a:schemeClr val="accent1"/>
                </a:solidFill>
                <a:latin typeface="+mj-lt"/>
              </a:defRPr>
            </a:lvl1pPr>
            <a:lvl2pPr marL="216000" indent="0">
              <a:buNone/>
              <a:defRPr/>
            </a:lvl2pPr>
            <a:lvl3pPr marL="468000" indent="0">
              <a:buNone/>
              <a:defRPr/>
            </a:lvl3pPr>
            <a:lvl4pPr marL="720000" indent="0">
              <a:buNone/>
              <a:defRPr/>
            </a:lvl4pPr>
            <a:lvl5pPr marL="938213" indent="0">
              <a:buNone/>
              <a:defRPr/>
            </a:lvl5pPr>
          </a:lstStyle>
          <a:p>
            <a:pPr lvl="0"/>
            <a:r>
              <a:rPr lang="nb"/>
              <a:t>fjerde linje</a:t>
            </a:r>
            <a:endParaRPr lang="nb-NO"/>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a:xfrm>
            <a:off x="1070363" y="11590151"/>
            <a:ext cx="10057873" cy="149678"/>
          </a:xfrm>
        </p:spPr>
        <p:txBody>
          <a:bodyPr/>
          <a:lstStyle/>
          <a:p>
            <a:endParaRPr lang="en-GB"/>
          </a:p>
        </p:txBody>
      </p:sp>
      <p:sp>
        <p:nvSpPr>
          <p:cNvPr id="3" name="Date Placeholder 2">
            <a:extLst>
              <a:ext uri="{FF2B5EF4-FFF2-40B4-BE49-F238E27FC236}">
                <a16:creationId xmlns:a16="http://schemas.microsoft.com/office/drawing/2014/main" id="{33EFBA12-1079-56BB-5B5E-ACDDE041986E}"/>
              </a:ext>
            </a:extLst>
          </p:cNvPr>
          <p:cNvSpPr>
            <a:spLocks noGrp="1"/>
          </p:cNvSpPr>
          <p:nvPr>
            <p:ph type="dt" sz="half" idx="21"/>
          </p:nvPr>
        </p:nvSpPr>
        <p:spPr>
          <a:xfrm>
            <a:off x="540000" y="11588629"/>
            <a:ext cx="720475" cy="151200"/>
          </a:xfrm>
        </p:spPr>
        <p:txBody>
          <a:bodyPr/>
          <a:lstStyle/>
          <a:p>
            <a:fld id="{C34EB371-0610-3A46-92F9-9F184AF1659F}" type="datetime1">
              <a:rPr lang="nb-NO" smtClean="0"/>
              <a:t>23.01.2026</a:t>
            </a:fld>
            <a:endParaRPr lang="en-GB"/>
          </a:p>
        </p:txBody>
      </p:sp>
      <p:sp>
        <p:nvSpPr>
          <p:cNvPr id="14" name="Text Placeholder 13">
            <a:extLst>
              <a:ext uri="{FF2B5EF4-FFF2-40B4-BE49-F238E27FC236}">
                <a16:creationId xmlns:a16="http://schemas.microsoft.com/office/drawing/2014/main" id="{3630D786-5751-98B1-94F9-550928CA45DA}"/>
              </a:ext>
              <a:ext uri="{C183D7F6-B498-43B3-948B-1728B52AA6E4}">
                <adec:decorative xmlns:adec="http://schemas.microsoft.com/office/drawing/2017/decorative" val="1"/>
              </a:ext>
            </a:extLst>
          </p:cNvPr>
          <p:cNvSpPr>
            <a:spLocks noGrp="1" noChangeAspect="1"/>
          </p:cNvSpPr>
          <p:nvPr>
            <p:ph type="body" sz="quarter" idx="22"/>
          </p:nvPr>
        </p:nvSpPr>
        <p:spPr>
          <a:xfrm>
            <a:off x="11811165" y="6500409"/>
            <a:ext cx="205200" cy="186545"/>
          </a:xfrm>
          <a:blipFill dpi="0" rotWithShape="1">
            <a:blip r:embed="rId2">
              <a:extLst>
                <a:ext uri="{96DAC541-7B7A-43D3-8B79-37D633B846F1}">
                  <asvg:svgBlip xmlns:asvg="http://schemas.microsoft.com/office/drawing/2016/SVG/main" r:embed="rId3"/>
                </a:ext>
              </a:extLst>
            </a:blip>
            <a:srcRect/>
            <a:stretch>
              <a:fillRect/>
            </a:stretch>
          </a:blipFill>
        </p:spPr>
        <p:txBody>
          <a:bodyPr>
            <a:normAutofit/>
          </a:bodyPr>
          <a:lstStyle>
            <a:lvl1pPr marL="6350" indent="0">
              <a:buNone/>
              <a:tabLst/>
              <a:defRPr sz="100">
                <a:solidFill>
                  <a:schemeClr val="bg2"/>
                </a:solidFill>
              </a:defRPr>
            </a:lvl1pPr>
            <a:lvl2pPr marL="6350" indent="0">
              <a:buNone/>
              <a:tabLst/>
              <a:defRPr sz="100"/>
            </a:lvl2pPr>
            <a:lvl3pPr marL="6350" indent="0">
              <a:buNone/>
              <a:tabLst/>
              <a:defRPr sz="100"/>
            </a:lvl3pPr>
            <a:lvl4pPr marL="6350" indent="0">
              <a:buNone/>
              <a:tabLst/>
              <a:defRPr sz="100"/>
            </a:lvl4pPr>
            <a:lvl5pPr marL="6350" indent="0">
              <a:buNone/>
              <a:tabLst/>
              <a:defRPr sz="100"/>
            </a:lvl5pPr>
          </a:lstStyle>
          <a:p>
            <a:pPr lvl="0"/>
            <a:r>
              <a:rPr lang="nb-NO"/>
              <a:t>Klikk for å redigere tekststiler i malen</a:t>
            </a:r>
          </a:p>
        </p:txBody>
      </p:sp>
    </p:spTree>
    <p:extLst>
      <p:ext uri="{BB962C8B-B14F-4D97-AF65-F5344CB8AC3E}">
        <p14:creationId xmlns:p14="http://schemas.microsoft.com/office/powerpoint/2010/main" val="29697407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svg="http://schemas.microsoft.com/office/drawing/2016/SVG/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 Text">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D4B32CFD-0059-D532-5795-442283D4EA61}"/>
              </a:ext>
            </a:extLst>
          </p:cNvPr>
          <p:cNvSpPr>
            <a:spLocks noGrp="1"/>
          </p:cNvSpPr>
          <p:nvPr>
            <p:ph type="pic" sz="quarter" idx="12"/>
          </p:nvPr>
        </p:nvSpPr>
        <p:spPr bwMode="gray">
          <a:xfrm>
            <a:off x="0" y="0"/>
            <a:ext cx="12192000" cy="6858000"/>
          </a:xfrm>
          <a:prstGeom prst="rect">
            <a:avLst/>
          </a:prstGeom>
          <a:solidFill>
            <a:schemeClr val="bg2"/>
          </a:solidFill>
        </p:spPr>
        <p:txBody>
          <a:bodyPr wrap="square" tIns="1800000">
            <a:noAutofit/>
          </a:bodyPr>
          <a:lstStyle>
            <a:lvl1pPr marL="0" indent="0" algn="ctr">
              <a:buNone/>
              <a:defRPr sz="1200"/>
            </a:lvl1pPr>
          </a:lstStyle>
          <a:p>
            <a:r>
              <a:rPr lang="nb-NO"/>
              <a:t>Klikk på ikonet for å legge til et bilde</a:t>
            </a:r>
          </a:p>
        </p:txBody>
      </p:sp>
      <p:sp>
        <p:nvSpPr>
          <p:cNvPr id="4" name="Title 3">
            <a:extLst>
              <a:ext uri="{FF2B5EF4-FFF2-40B4-BE49-F238E27FC236}">
                <a16:creationId xmlns:a16="http://schemas.microsoft.com/office/drawing/2014/main" id="{0C5F8459-D189-5669-6E44-52ABC59500EF}"/>
              </a:ext>
            </a:extLst>
          </p:cNvPr>
          <p:cNvSpPr>
            <a:spLocks noGrp="1"/>
          </p:cNvSpPr>
          <p:nvPr>
            <p:ph type="title" hasCustomPrompt="1"/>
          </p:nvPr>
        </p:nvSpPr>
        <p:spPr>
          <a:xfrm>
            <a:off x="4019493" y="2968789"/>
            <a:ext cx="4153016" cy="920422"/>
          </a:xfrm>
          <a:solidFill>
            <a:schemeClr val="accent1"/>
          </a:solidFill>
        </p:spPr>
        <p:txBody>
          <a:bodyPr vert="horz" wrap="none" lIns="180000" tIns="144000" rIns="180000" bIns="36000" rtlCol="0" anchor="ctr" anchorCtr="0">
            <a:spAutoFit/>
          </a:bodyPr>
          <a:lstStyle>
            <a:lvl1pPr algn="ctr">
              <a:defRPr lang="nb-NO" sz="6000" b="1" i="1">
                <a:solidFill>
                  <a:schemeClr val="tx1"/>
                </a:solidFill>
                <a:latin typeface="+mj-lt"/>
                <a:cs typeface="+mn-cs"/>
              </a:defRPr>
            </a:lvl1pPr>
          </a:lstStyle>
          <a:p>
            <a:pPr marL="0" lvl="0" indent="0" fontAlgn="b">
              <a:lnSpc>
                <a:spcPct val="80000"/>
              </a:lnSpc>
              <a:spcBef>
                <a:spcPts val="0"/>
              </a:spcBef>
              <a:spcAft>
                <a:spcPts val="0"/>
              </a:spcAft>
              <a:buClr>
                <a:schemeClr val="accent1"/>
              </a:buClr>
              <a:buFont typeface="Arial" panose="020B0604020202020204" pitchFamily="34" charset="0"/>
            </a:pPr>
            <a:r>
              <a:rPr lang="nb"/>
              <a:t>Kort tittel</a:t>
            </a:r>
            <a:endParaRPr lang="nb-NO"/>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a:xfrm>
            <a:off x="1070363" y="11590151"/>
            <a:ext cx="10057873" cy="149678"/>
          </a:xfrm>
        </p:spPr>
        <p:txBody>
          <a:bodyPr/>
          <a:lstStyle/>
          <a:p>
            <a:endParaRPr lang="en-GB"/>
          </a:p>
        </p:txBody>
      </p:sp>
      <p:sp>
        <p:nvSpPr>
          <p:cNvPr id="3" name="Date Placeholder 2">
            <a:extLst>
              <a:ext uri="{FF2B5EF4-FFF2-40B4-BE49-F238E27FC236}">
                <a16:creationId xmlns:a16="http://schemas.microsoft.com/office/drawing/2014/main" id="{4BB0EE3A-C39D-F1F4-51EB-13C5ADD103CB}"/>
              </a:ext>
            </a:extLst>
          </p:cNvPr>
          <p:cNvSpPr>
            <a:spLocks noGrp="1"/>
          </p:cNvSpPr>
          <p:nvPr>
            <p:ph type="dt" sz="half" idx="13"/>
          </p:nvPr>
        </p:nvSpPr>
        <p:spPr>
          <a:xfrm>
            <a:off x="540000" y="11588629"/>
            <a:ext cx="720475" cy="151200"/>
          </a:xfrm>
        </p:spPr>
        <p:txBody>
          <a:bodyPr/>
          <a:lstStyle/>
          <a:p>
            <a:fld id="{EF765E4C-CC36-FF4C-BDF5-EE3D56B457F7}" type="datetime1">
              <a:rPr lang="nb-NO" smtClean="0"/>
              <a:t>23.01.2026</a:t>
            </a:fld>
            <a:endParaRPr lang="en-GB"/>
          </a:p>
        </p:txBody>
      </p:sp>
      <p:sp>
        <p:nvSpPr>
          <p:cNvPr id="6" name="Text Placeholder 13">
            <a:extLst>
              <a:ext uri="{FF2B5EF4-FFF2-40B4-BE49-F238E27FC236}">
                <a16:creationId xmlns:a16="http://schemas.microsoft.com/office/drawing/2014/main" id="{45A09C8F-50C2-DDAB-8A4D-83B50375CA36}"/>
              </a:ext>
              <a:ext uri="{C183D7F6-B498-43B3-948B-1728B52AA6E4}">
                <adec:decorative xmlns:adec="http://schemas.microsoft.com/office/drawing/2017/decorative" val="1"/>
              </a:ext>
            </a:extLst>
          </p:cNvPr>
          <p:cNvSpPr>
            <a:spLocks noGrp="1" noChangeAspect="1"/>
          </p:cNvSpPr>
          <p:nvPr>
            <p:ph type="body" sz="quarter" idx="22"/>
          </p:nvPr>
        </p:nvSpPr>
        <p:spPr>
          <a:xfrm>
            <a:off x="11811165" y="6500409"/>
            <a:ext cx="205200" cy="186545"/>
          </a:xfrm>
          <a:blipFill dpi="0" rotWithShape="1">
            <a:blip r:embed="rId2">
              <a:extLst>
                <a:ext uri="{96DAC541-7B7A-43D3-8B79-37D633B846F1}">
                  <asvg:svgBlip xmlns:asvg="http://schemas.microsoft.com/office/drawing/2016/SVG/main" r:embed="rId3"/>
                </a:ext>
              </a:extLst>
            </a:blip>
            <a:srcRect/>
            <a:stretch>
              <a:fillRect/>
            </a:stretch>
          </a:blipFill>
        </p:spPr>
        <p:txBody>
          <a:bodyPr>
            <a:normAutofit/>
          </a:bodyPr>
          <a:lstStyle>
            <a:lvl1pPr marL="6350" indent="0">
              <a:buNone/>
              <a:tabLst/>
              <a:defRPr sz="100">
                <a:solidFill>
                  <a:schemeClr val="bg2"/>
                </a:solidFill>
              </a:defRPr>
            </a:lvl1pPr>
            <a:lvl2pPr marL="6350" indent="0">
              <a:buNone/>
              <a:tabLst/>
              <a:defRPr sz="100"/>
            </a:lvl2pPr>
            <a:lvl3pPr marL="6350" indent="0">
              <a:buNone/>
              <a:tabLst/>
              <a:defRPr sz="100"/>
            </a:lvl3pPr>
            <a:lvl4pPr marL="6350" indent="0">
              <a:buNone/>
              <a:tabLst/>
              <a:defRPr sz="100"/>
            </a:lvl4pPr>
            <a:lvl5pPr marL="6350" indent="0">
              <a:buNone/>
              <a:tabLst/>
              <a:defRPr sz="100"/>
            </a:lvl5pPr>
          </a:lstStyle>
          <a:p>
            <a:pPr lvl="0"/>
            <a:r>
              <a:rPr lang="nb-NO"/>
              <a:t>Klikk for å redigere tekststiler i malen</a:t>
            </a:r>
          </a:p>
        </p:txBody>
      </p:sp>
    </p:spTree>
    <p:extLst>
      <p:ext uri="{BB962C8B-B14F-4D97-AF65-F5344CB8AC3E}">
        <p14:creationId xmlns:p14="http://schemas.microsoft.com/office/powerpoint/2010/main" val="42573631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svg="http://schemas.microsoft.com/office/drawing/2016/SVG/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plit Images 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13C1A9B-DCE8-7C0C-C699-F2676D5731F9}"/>
              </a:ext>
            </a:extLst>
          </p:cNvPr>
          <p:cNvSpPr>
            <a:spLocks noGrp="1" noRot="1" noMove="1" noResize="1" noEditPoints="1" noAdjustHandles="1" noChangeArrowheads="1" noChangeShapeType="1"/>
          </p:cNvSpPr>
          <p:nvPr>
            <p:ph type="pic" sz="quarter" idx="13"/>
          </p:nvPr>
        </p:nvSpPr>
        <p:spPr bwMode="gray">
          <a:xfrm>
            <a:off x="0" y="0"/>
            <a:ext cx="6095593" cy="6858000"/>
          </a:xfrm>
          <a:prstGeom prst="rect">
            <a:avLst/>
          </a:prstGeom>
          <a:solidFill>
            <a:schemeClr val="bg2"/>
          </a:solidFill>
        </p:spPr>
        <p:txBody>
          <a:bodyPr wrap="square" tIns="1800000">
            <a:noAutofit/>
          </a:bodyPr>
          <a:lstStyle>
            <a:lvl1pPr marL="0" indent="0" algn="ctr">
              <a:buNone/>
              <a:defRPr sz="1200"/>
            </a:lvl1pPr>
          </a:lstStyle>
          <a:p>
            <a:r>
              <a:rPr lang="nb-NO"/>
              <a:t>Klikk på ikonet for å legge til et bilde</a:t>
            </a:r>
          </a:p>
        </p:txBody>
      </p:sp>
      <p:sp>
        <p:nvSpPr>
          <p:cNvPr id="10" name="Picture Placeholder 9">
            <a:extLst>
              <a:ext uri="{FF2B5EF4-FFF2-40B4-BE49-F238E27FC236}">
                <a16:creationId xmlns:a16="http://schemas.microsoft.com/office/drawing/2014/main" id="{BC00C893-5B71-7A7E-8592-0278486351B2}"/>
              </a:ext>
            </a:extLst>
          </p:cNvPr>
          <p:cNvSpPr>
            <a:spLocks noGrp="1"/>
          </p:cNvSpPr>
          <p:nvPr>
            <p:ph type="pic" sz="quarter" idx="12"/>
          </p:nvPr>
        </p:nvSpPr>
        <p:spPr bwMode="gray">
          <a:xfrm>
            <a:off x="6096407" y="0"/>
            <a:ext cx="6095593" cy="6858000"/>
          </a:xfrm>
          <a:prstGeom prst="rect">
            <a:avLst/>
          </a:prstGeom>
          <a:solidFill>
            <a:schemeClr val="bg2"/>
          </a:solidFill>
        </p:spPr>
        <p:txBody>
          <a:bodyPr wrap="square" tIns="1800000">
            <a:noAutofit/>
          </a:bodyPr>
          <a:lstStyle>
            <a:lvl1pPr marL="0" indent="0" algn="ctr">
              <a:buNone/>
              <a:defRPr sz="1200"/>
            </a:lvl1pPr>
          </a:lstStyle>
          <a:p>
            <a:r>
              <a:rPr lang="nb-NO"/>
              <a:t>Klikk på ikonet for å legge til et bilde</a:t>
            </a:r>
          </a:p>
        </p:txBody>
      </p:sp>
      <p:sp>
        <p:nvSpPr>
          <p:cNvPr id="4" name="Title 3">
            <a:extLst>
              <a:ext uri="{FF2B5EF4-FFF2-40B4-BE49-F238E27FC236}">
                <a16:creationId xmlns:a16="http://schemas.microsoft.com/office/drawing/2014/main" id="{0C5F8459-D189-5669-6E44-52ABC59500EF}"/>
              </a:ext>
            </a:extLst>
          </p:cNvPr>
          <p:cNvSpPr>
            <a:spLocks noGrp="1"/>
          </p:cNvSpPr>
          <p:nvPr>
            <p:ph type="title" hasCustomPrompt="1"/>
          </p:nvPr>
        </p:nvSpPr>
        <p:spPr>
          <a:xfrm>
            <a:off x="4019493" y="2968789"/>
            <a:ext cx="4153016" cy="920422"/>
          </a:xfrm>
          <a:solidFill>
            <a:schemeClr val="tx2"/>
          </a:solidFill>
        </p:spPr>
        <p:txBody>
          <a:bodyPr vert="horz" wrap="none" lIns="180000" tIns="144000" rIns="180000" bIns="36000" rtlCol="0" anchor="ctr" anchorCtr="0">
            <a:spAutoFit/>
          </a:bodyPr>
          <a:lstStyle>
            <a:lvl1pPr algn="ctr">
              <a:defRPr lang="nb-NO" sz="6000" b="1" i="1">
                <a:solidFill>
                  <a:schemeClr val="accent3"/>
                </a:solidFill>
                <a:latin typeface="+mj-lt"/>
                <a:cs typeface="+mn-cs"/>
              </a:defRPr>
            </a:lvl1pPr>
          </a:lstStyle>
          <a:p>
            <a:pPr marL="0" lvl="0" indent="0" fontAlgn="b">
              <a:lnSpc>
                <a:spcPct val="80000"/>
              </a:lnSpc>
              <a:spcBef>
                <a:spcPts val="0"/>
              </a:spcBef>
              <a:spcAft>
                <a:spcPts val="0"/>
              </a:spcAft>
              <a:buClr>
                <a:schemeClr val="accent1"/>
              </a:buClr>
              <a:buFont typeface="Arial" panose="020B0604020202020204" pitchFamily="34" charset="0"/>
            </a:pPr>
            <a:r>
              <a:rPr lang="nb"/>
              <a:t>Kort tittel</a:t>
            </a:r>
            <a:endParaRPr lang="nb-NO"/>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a:xfrm>
            <a:off x="1070363" y="11590151"/>
            <a:ext cx="10057873" cy="149678"/>
          </a:xfrm>
        </p:spPr>
        <p:txBody>
          <a:bodyPr/>
          <a:lstStyle/>
          <a:p>
            <a:endParaRPr lang="en-GB"/>
          </a:p>
        </p:txBody>
      </p:sp>
      <p:sp>
        <p:nvSpPr>
          <p:cNvPr id="2" name="Date Placeholder 1">
            <a:extLst>
              <a:ext uri="{FF2B5EF4-FFF2-40B4-BE49-F238E27FC236}">
                <a16:creationId xmlns:a16="http://schemas.microsoft.com/office/drawing/2014/main" id="{7042D837-14A4-60D9-27C6-4BE824A0E9F8}"/>
              </a:ext>
            </a:extLst>
          </p:cNvPr>
          <p:cNvSpPr>
            <a:spLocks noGrp="1"/>
          </p:cNvSpPr>
          <p:nvPr>
            <p:ph type="dt" sz="half" idx="14"/>
          </p:nvPr>
        </p:nvSpPr>
        <p:spPr>
          <a:xfrm>
            <a:off x="540000" y="11588629"/>
            <a:ext cx="720475" cy="151200"/>
          </a:xfrm>
        </p:spPr>
        <p:txBody>
          <a:bodyPr/>
          <a:lstStyle/>
          <a:p>
            <a:fld id="{574391A7-B34E-0844-8FCE-55FB2F126A80}" type="datetime1">
              <a:rPr lang="nb-NO" smtClean="0"/>
              <a:t>23.01.2026</a:t>
            </a:fld>
            <a:endParaRPr lang="en-GB"/>
          </a:p>
        </p:txBody>
      </p:sp>
      <p:sp>
        <p:nvSpPr>
          <p:cNvPr id="6" name="Text Placeholder 13">
            <a:extLst>
              <a:ext uri="{FF2B5EF4-FFF2-40B4-BE49-F238E27FC236}">
                <a16:creationId xmlns:a16="http://schemas.microsoft.com/office/drawing/2014/main" id="{2212DA51-2D94-66BD-FB70-3EC9FE84D9D4}"/>
              </a:ext>
              <a:ext uri="{C183D7F6-B498-43B3-948B-1728B52AA6E4}">
                <adec:decorative xmlns:adec="http://schemas.microsoft.com/office/drawing/2017/decorative" val="1"/>
              </a:ext>
            </a:extLst>
          </p:cNvPr>
          <p:cNvSpPr>
            <a:spLocks noGrp="1" noChangeAspect="1"/>
          </p:cNvSpPr>
          <p:nvPr>
            <p:ph type="body" sz="quarter" idx="22"/>
          </p:nvPr>
        </p:nvSpPr>
        <p:spPr>
          <a:xfrm>
            <a:off x="11811165" y="6500409"/>
            <a:ext cx="205200" cy="186545"/>
          </a:xfrm>
          <a:blipFill dpi="0" rotWithShape="1">
            <a:blip r:embed="rId2">
              <a:extLst>
                <a:ext uri="{96DAC541-7B7A-43D3-8B79-37D633B846F1}">
                  <asvg:svgBlip xmlns:asvg="http://schemas.microsoft.com/office/drawing/2016/SVG/main" r:embed="rId3"/>
                </a:ext>
              </a:extLst>
            </a:blip>
            <a:srcRect/>
            <a:stretch>
              <a:fillRect/>
            </a:stretch>
          </a:blipFill>
        </p:spPr>
        <p:txBody>
          <a:bodyPr>
            <a:normAutofit/>
          </a:bodyPr>
          <a:lstStyle>
            <a:lvl1pPr marL="6350" indent="0">
              <a:buNone/>
              <a:tabLst/>
              <a:defRPr sz="100">
                <a:solidFill>
                  <a:schemeClr val="bg2"/>
                </a:solidFill>
              </a:defRPr>
            </a:lvl1pPr>
            <a:lvl2pPr marL="6350" indent="0">
              <a:buNone/>
              <a:tabLst/>
              <a:defRPr sz="100"/>
            </a:lvl2pPr>
            <a:lvl3pPr marL="6350" indent="0">
              <a:buNone/>
              <a:tabLst/>
              <a:defRPr sz="100"/>
            </a:lvl3pPr>
            <a:lvl4pPr marL="6350" indent="0">
              <a:buNone/>
              <a:tabLst/>
              <a:defRPr sz="100"/>
            </a:lvl4pPr>
            <a:lvl5pPr marL="6350" indent="0">
              <a:buNone/>
              <a:tabLst/>
              <a:defRPr sz="100"/>
            </a:lvl5pPr>
          </a:lstStyle>
          <a:p>
            <a:pPr lvl="0"/>
            <a:r>
              <a:rPr lang="nb-NO"/>
              <a:t>Klikk for å redigere tekststiler i malen</a:t>
            </a:r>
          </a:p>
        </p:txBody>
      </p:sp>
    </p:spTree>
    <p:extLst>
      <p:ext uri="{BB962C8B-B14F-4D97-AF65-F5344CB8AC3E}">
        <p14:creationId xmlns:p14="http://schemas.microsoft.com/office/powerpoint/2010/main" val="22707416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svg="http://schemas.microsoft.com/office/drawing/2016/SVG/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arousel 1">
    <p:bg>
      <p:bgRef idx="1001">
        <a:schemeClr val="bg1"/>
      </p:bgRef>
    </p:bg>
    <p:spTree>
      <p:nvGrpSpPr>
        <p:cNvPr id="1" name=""/>
        <p:cNvGrpSpPr/>
        <p:nvPr/>
      </p:nvGrpSpPr>
      <p:grpSpPr>
        <a:xfrm>
          <a:off x="0" y="0"/>
          <a:ext cx="0" cy="0"/>
          <a:chOff x="0" y="0"/>
          <a:chExt cx="0" cy="0"/>
        </a:xfrm>
      </p:grpSpPr>
      <p:sp>
        <p:nvSpPr>
          <p:cNvPr id="11" name="TekstSylinder 50">
            <a:extLst>
              <a:ext uri="{FF2B5EF4-FFF2-40B4-BE49-F238E27FC236}">
                <a16:creationId xmlns:a16="http://schemas.microsoft.com/office/drawing/2014/main" id="{DB7409EF-E06B-F254-0473-4F0A86C7ECD5}"/>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
        <p:nvSpPr>
          <p:cNvPr id="2" name="Title 1">
            <a:extLst>
              <a:ext uri="{FF2B5EF4-FFF2-40B4-BE49-F238E27FC236}">
                <a16:creationId xmlns:a16="http://schemas.microsoft.com/office/drawing/2014/main" id="{F4ED9996-D27C-5EC3-7480-185CC649DDD5}"/>
              </a:ext>
            </a:extLst>
          </p:cNvPr>
          <p:cNvSpPr>
            <a:spLocks noGrp="1"/>
          </p:cNvSpPr>
          <p:nvPr>
            <p:ph type="title" hasCustomPrompt="1"/>
          </p:nvPr>
        </p:nvSpPr>
        <p:spPr>
          <a:xfrm>
            <a:off x="1" y="-900000"/>
            <a:ext cx="6094412" cy="720000"/>
          </a:xfrm>
          <a:solidFill>
            <a:schemeClr val="bg1"/>
          </a:solidFill>
        </p:spPr>
        <p:txBody>
          <a:bodyPr lIns="72000" tIns="72000" rIns="72000" bIns="72000" anchor="b" anchorCtr="0"/>
          <a:lstStyle>
            <a:lvl1pPr>
              <a:defRPr sz="1000"/>
            </a:lvl1pPr>
          </a:lstStyle>
          <a:p>
            <a:r>
              <a:rPr lang="nb"/>
              <a:t>Skriv lysbildetittel for tilgjengelighet i denne plassholderen</a:t>
            </a:r>
            <a:endParaRPr lang="nb-NO"/>
          </a:p>
        </p:txBody>
      </p:sp>
      <p:sp>
        <p:nvSpPr>
          <p:cNvPr id="3" name="Slide Number Placeholder 2">
            <a:extLst>
              <a:ext uri="{FF2B5EF4-FFF2-40B4-BE49-F238E27FC236}">
                <a16:creationId xmlns:a16="http://schemas.microsoft.com/office/drawing/2014/main" id="{C690B788-9DAD-CFA5-0BCB-A01A8E22829B}"/>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3C5C8A53-162E-7A3F-543D-343E14BD99EE}"/>
              </a:ext>
            </a:extLst>
          </p:cNvPr>
          <p:cNvSpPr>
            <a:spLocks noGrp="1"/>
          </p:cNvSpPr>
          <p:nvPr>
            <p:ph type="ftr" sz="quarter" idx="11"/>
          </p:nvPr>
        </p:nvSpPr>
        <p:spPr/>
        <p:txBody>
          <a:bodyPr/>
          <a:lstStyle/>
          <a:p>
            <a:endParaRPr lang="en-GB"/>
          </a:p>
        </p:txBody>
      </p:sp>
      <p:sp>
        <p:nvSpPr>
          <p:cNvPr id="7" name="Image 1">
            <a:extLst>
              <a:ext uri="{FF2B5EF4-FFF2-40B4-BE49-F238E27FC236}">
                <a16:creationId xmlns:a16="http://schemas.microsoft.com/office/drawing/2014/main" id="{9C5D8DBD-51ED-16F1-78C7-59F79258C5A7}"/>
              </a:ext>
            </a:extLst>
          </p:cNvPr>
          <p:cNvSpPr>
            <a:spLocks noGrp="1" noRot="1" noMove="1" noResize="1" noEditPoints="1" noAdjustHandles="1" noChangeArrowheads="1" noChangeShapeType="1"/>
          </p:cNvSpPr>
          <p:nvPr>
            <p:ph type="pic" sz="quarter" idx="12" hasCustomPrompt="1"/>
          </p:nvPr>
        </p:nvSpPr>
        <p:spPr>
          <a:xfrm>
            <a:off x="1076218" y="540000"/>
            <a:ext cx="3567734" cy="5778000"/>
          </a:xfrm>
          <a:prstGeom prst="roundRect">
            <a:avLst>
              <a:gd name="adj" fmla="val 7093"/>
            </a:avLst>
          </a:prstGeom>
          <a:noFill/>
        </p:spPr>
        <p:txBody>
          <a:bodyPr tIns="360000"/>
          <a:lstStyle>
            <a:lvl1pPr marL="0" indent="0" algn="ctr">
              <a:buNone/>
              <a:defRPr sz="1200"/>
            </a:lvl1pPr>
          </a:lstStyle>
          <a:p>
            <a:r>
              <a:rPr lang="nb"/>
              <a:t>Bilde 1</a:t>
            </a:r>
          </a:p>
        </p:txBody>
      </p:sp>
      <p:sp>
        <p:nvSpPr>
          <p:cNvPr id="8" name="Image 2">
            <a:extLst>
              <a:ext uri="{FF2B5EF4-FFF2-40B4-BE49-F238E27FC236}">
                <a16:creationId xmlns:a16="http://schemas.microsoft.com/office/drawing/2014/main" id="{61525025-9158-78A5-2A27-135E56A4CC72}"/>
              </a:ext>
            </a:extLst>
          </p:cNvPr>
          <p:cNvSpPr>
            <a:spLocks noGrp="1" noRot="1" noMove="1" noResize="1" noEditPoints="1" noAdjustHandles="1" noChangeArrowheads="1" noChangeShapeType="1"/>
          </p:cNvSpPr>
          <p:nvPr>
            <p:ph type="pic" sz="quarter" idx="13" hasCustomPrompt="1"/>
          </p:nvPr>
        </p:nvSpPr>
        <p:spPr>
          <a:xfrm>
            <a:off x="4858519" y="1191872"/>
            <a:ext cx="3014760" cy="4471200"/>
          </a:xfrm>
          <a:prstGeom prst="roundRect">
            <a:avLst>
              <a:gd name="adj" fmla="val 7093"/>
            </a:avLst>
          </a:prstGeom>
          <a:solidFill>
            <a:schemeClr val="bg1"/>
          </a:solidFill>
        </p:spPr>
        <p:txBody>
          <a:bodyPr tIns="360000"/>
          <a:lstStyle>
            <a:lvl1pPr marL="0" indent="0" algn="ctr">
              <a:buNone/>
              <a:defRPr sz="1200"/>
            </a:lvl1pPr>
          </a:lstStyle>
          <a:p>
            <a:r>
              <a:rPr lang="nb"/>
              <a:t>Bilde 2</a:t>
            </a:r>
          </a:p>
        </p:txBody>
      </p:sp>
      <p:sp>
        <p:nvSpPr>
          <p:cNvPr id="9" name="Image 3">
            <a:extLst>
              <a:ext uri="{FF2B5EF4-FFF2-40B4-BE49-F238E27FC236}">
                <a16:creationId xmlns:a16="http://schemas.microsoft.com/office/drawing/2014/main" id="{92CF4AE7-830D-7FA6-5274-70C69D2B7FDE}"/>
              </a:ext>
            </a:extLst>
          </p:cNvPr>
          <p:cNvSpPr>
            <a:spLocks noGrp="1" noRot="1" noMove="1" noResize="1" noEditPoints="1" noAdjustHandles="1" noChangeArrowheads="1" noChangeShapeType="1"/>
          </p:cNvSpPr>
          <p:nvPr>
            <p:ph type="pic" sz="quarter" idx="14" hasCustomPrompt="1"/>
          </p:nvPr>
        </p:nvSpPr>
        <p:spPr>
          <a:xfrm>
            <a:off x="8087846" y="1191872"/>
            <a:ext cx="3014760" cy="4474256"/>
          </a:xfrm>
          <a:prstGeom prst="roundRect">
            <a:avLst>
              <a:gd name="adj" fmla="val 7093"/>
            </a:avLst>
          </a:prstGeom>
          <a:solidFill>
            <a:schemeClr val="bg1"/>
          </a:solidFill>
        </p:spPr>
        <p:txBody>
          <a:bodyPr tIns="360000"/>
          <a:lstStyle>
            <a:lvl1pPr marL="0" indent="0" algn="ctr">
              <a:buNone/>
              <a:defRPr sz="1200"/>
            </a:lvl1pPr>
          </a:lstStyle>
          <a:p>
            <a:r>
              <a:rPr lang="nb"/>
              <a:t>Bilde 3</a:t>
            </a:r>
          </a:p>
        </p:txBody>
      </p:sp>
      <p:sp>
        <p:nvSpPr>
          <p:cNvPr id="10" name="Image 4">
            <a:extLst>
              <a:ext uri="{FF2B5EF4-FFF2-40B4-BE49-F238E27FC236}">
                <a16:creationId xmlns:a16="http://schemas.microsoft.com/office/drawing/2014/main" id="{9A9841C3-081E-16F8-1E47-FE33A53F9361}"/>
              </a:ext>
            </a:extLst>
          </p:cNvPr>
          <p:cNvSpPr>
            <a:spLocks noGrp="1" noRot="1" noMove="1" noResize="1" noEditPoints="1" noAdjustHandles="1" noChangeArrowheads="1" noChangeShapeType="1"/>
          </p:cNvSpPr>
          <p:nvPr>
            <p:ph type="pic" sz="quarter" idx="19" hasCustomPrompt="1"/>
          </p:nvPr>
        </p:nvSpPr>
        <p:spPr>
          <a:xfrm>
            <a:off x="-2153108" y="1628775"/>
            <a:ext cx="3014760" cy="3600450"/>
          </a:xfrm>
          <a:prstGeom prst="roundRect">
            <a:avLst>
              <a:gd name="adj" fmla="val 5482"/>
            </a:avLst>
          </a:prstGeom>
          <a:noFill/>
        </p:spPr>
        <p:txBody>
          <a:bodyPr tIns="360000"/>
          <a:lstStyle>
            <a:lvl1pPr marL="0" indent="0" algn="r">
              <a:buNone/>
              <a:defRPr sz="1200"/>
            </a:lvl1pPr>
          </a:lstStyle>
          <a:p>
            <a:r>
              <a:rPr lang="nb"/>
              <a:t>Bilde 4</a:t>
            </a:r>
          </a:p>
        </p:txBody>
      </p:sp>
      <p:sp>
        <p:nvSpPr>
          <p:cNvPr id="6" name="Image 5">
            <a:extLst>
              <a:ext uri="{FF2B5EF4-FFF2-40B4-BE49-F238E27FC236}">
                <a16:creationId xmlns:a16="http://schemas.microsoft.com/office/drawing/2014/main" id="{B30F469A-CCF3-9604-A8A6-BB482B9CE691}"/>
              </a:ext>
            </a:extLst>
          </p:cNvPr>
          <p:cNvSpPr>
            <a:spLocks noGrp="1" noRot="1" noMove="1" noResize="1" noEditPoints="1" noAdjustHandles="1" noChangeArrowheads="1" noChangeShapeType="1"/>
          </p:cNvSpPr>
          <p:nvPr>
            <p:ph type="pic" sz="quarter" idx="18" hasCustomPrompt="1"/>
          </p:nvPr>
        </p:nvSpPr>
        <p:spPr>
          <a:xfrm>
            <a:off x="11317173" y="1628775"/>
            <a:ext cx="3014760" cy="3600450"/>
          </a:xfrm>
          <a:prstGeom prst="roundRect">
            <a:avLst>
              <a:gd name="adj" fmla="val 5482"/>
            </a:avLst>
          </a:prstGeom>
          <a:noFill/>
        </p:spPr>
        <p:txBody>
          <a:bodyPr tIns="360000"/>
          <a:lstStyle>
            <a:lvl1pPr marL="0" indent="0" algn="l">
              <a:buNone/>
              <a:defRPr sz="1200"/>
            </a:lvl1pPr>
          </a:lstStyle>
          <a:p>
            <a:r>
              <a:rPr lang="nb"/>
              <a:t>Bilde 5</a:t>
            </a:r>
          </a:p>
        </p:txBody>
      </p:sp>
      <p:sp>
        <p:nvSpPr>
          <p:cNvPr id="5" name="Date Placeholder 4">
            <a:extLst>
              <a:ext uri="{FF2B5EF4-FFF2-40B4-BE49-F238E27FC236}">
                <a16:creationId xmlns:a16="http://schemas.microsoft.com/office/drawing/2014/main" id="{D25F1622-CDE1-0D00-887D-C705F5AFDF73}"/>
              </a:ext>
            </a:extLst>
          </p:cNvPr>
          <p:cNvSpPr>
            <a:spLocks noGrp="1"/>
          </p:cNvSpPr>
          <p:nvPr>
            <p:ph type="dt" sz="half" idx="20"/>
          </p:nvPr>
        </p:nvSpPr>
        <p:spPr/>
        <p:txBody>
          <a:bodyPr/>
          <a:lstStyle/>
          <a:p>
            <a:fld id="{28301413-4585-1941-AC00-159F82A713FE}" type="datetime1">
              <a:rPr lang="nb-NO" smtClean="0"/>
              <a:t>23.01.2026</a:t>
            </a:fld>
            <a:endParaRPr lang="en-GB"/>
          </a:p>
        </p:txBody>
      </p:sp>
    </p:spTree>
    <p:extLst>
      <p:ext uri="{BB962C8B-B14F-4D97-AF65-F5344CB8AC3E}">
        <p14:creationId xmlns:p14="http://schemas.microsoft.com/office/powerpoint/2010/main" val="22652673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arousel 2">
    <p:bg>
      <p:bgRef idx="1001">
        <a:schemeClr val="bg1"/>
      </p:bgRef>
    </p:bg>
    <p:spTree>
      <p:nvGrpSpPr>
        <p:cNvPr id="1" name=""/>
        <p:cNvGrpSpPr/>
        <p:nvPr/>
      </p:nvGrpSpPr>
      <p:grpSpPr>
        <a:xfrm>
          <a:off x="0" y="0"/>
          <a:ext cx="0" cy="0"/>
          <a:chOff x="0" y="0"/>
          <a:chExt cx="0" cy="0"/>
        </a:xfrm>
      </p:grpSpPr>
      <p:sp>
        <p:nvSpPr>
          <p:cNvPr id="11" name="TekstSylinder 50">
            <a:extLst>
              <a:ext uri="{FF2B5EF4-FFF2-40B4-BE49-F238E27FC236}">
                <a16:creationId xmlns:a16="http://schemas.microsoft.com/office/drawing/2014/main" id="{93485B01-B32A-1F5D-FE26-E286EB948192}"/>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
        <p:nvSpPr>
          <p:cNvPr id="3" name="Slide Number Placeholder 2">
            <a:extLst>
              <a:ext uri="{FF2B5EF4-FFF2-40B4-BE49-F238E27FC236}">
                <a16:creationId xmlns:a16="http://schemas.microsoft.com/office/drawing/2014/main" id="{C690B788-9DAD-CFA5-0BCB-A01A8E22829B}"/>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3C5C8A53-162E-7A3F-543D-343E14BD99EE}"/>
              </a:ext>
            </a:extLst>
          </p:cNvPr>
          <p:cNvSpPr>
            <a:spLocks noGrp="1"/>
          </p:cNvSpPr>
          <p:nvPr>
            <p:ph type="ftr" sz="quarter" idx="11"/>
          </p:nvPr>
        </p:nvSpPr>
        <p:spPr/>
        <p:txBody>
          <a:bodyPr/>
          <a:lstStyle/>
          <a:p>
            <a:endParaRPr lang="en-GB"/>
          </a:p>
        </p:txBody>
      </p:sp>
      <p:sp>
        <p:nvSpPr>
          <p:cNvPr id="7" name="Image 1">
            <a:extLst>
              <a:ext uri="{FF2B5EF4-FFF2-40B4-BE49-F238E27FC236}">
                <a16:creationId xmlns:a16="http://schemas.microsoft.com/office/drawing/2014/main" id="{9C5D8DBD-51ED-16F1-78C7-59F79258C5A7}"/>
              </a:ext>
            </a:extLst>
          </p:cNvPr>
          <p:cNvSpPr>
            <a:spLocks noGrp="1" noRot="1" noMove="1" noResize="1" noEditPoints="1" noAdjustHandles="1" noChangeArrowheads="1" noChangeShapeType="1"/>
          </p:cNvSpPr>
          <p:nvPr>
            <p:ph type="pic" sz="quarter" idx="12" hasCustomPrompt="1"/>
          </p:nvPr>
        </p:nvSpPr>
        <p:spPr>
          <a:xfrm>
            <a:off x="1076428" y="1191600"/>
            <a:ext cx="3013592" cy="4474800"/>
          </a:xfrm>
          <a:prstGeom prst="roundRect">
            <a:avLst>
              <a:gd name="adj" fmla="val 7093"/>
            </a:avLst>
          </a:prstGeom>
          <a:noFill/>
        </p:spPr>
        <p:txBody>
          <a:bodyPr tIns="360000"/>
          <a:lstStyle>
            <a:lvl1pPr marL="0" indent="0" algn="ctr">
              <a:buNone/>
              <a:defRPr sz="1200"/>
            </a:lvl1pPr>
          </a:lstStyle>
          <a:p>
            <a:r>
              <a:rPr lang="nb"/>
              <a:t>Bilde 1</a:t>
            </a:r>
          </a:p>
        </p:txBody>
      </p:sp>
      <p:sp>
        <p:nvSpPr>
          <p:cNvPr id="8" name="Image 2">
            <a:extLst>
              <a:ext uri="{FF2B5EF4-FFF2-40B4-BE49-F238E27FC236}">
                <a16:creationId xmlns:a16="http://schemas.microsoft.com/office/drawing/2014/main" id="{61525025-9158-78A5-2A27-135E56A4CC72}"/>
              </a:ext>
            </a:extLst>
          </p:cNvPr>
          <p:cNvSpPr>
            <a:spLocks noGrp="1" noRot="1" noMove="1" noResize="1" noEditPoints="1" noAdjustHandles="1" noChangeArrowheads="1" noChangeShapeType="1"/>
          </p:cNvSpPr>
          <p:nvPr>
            <p:ph type="pic" sz="quarter" idx="13" hasCustomPrompt="1"/>
          </p:nvPr>
        </p:nvSpPr>
        <p:spPr>
          <a:xfrm>
            <a:off x="4304797" y="540000"/>
            <a:ext cx="3568064" cy="5778000"/>
          </a:xfrm>
          <a:prstGeom prst="roundRect">
            <a:avLst>
              <a:gd name="adj" fmla="val 7093"/>
            </a:avLst>
          </a:prstGeom>
          <a:solidFill>
            <a:schemeClr val="bg1"/>
          </a:solidFill>
        </p:spPr>
        <p:txBody>
          <a:bodyPr tIns="360000"/>
          <a:lstStyle>
            <a:lvl1pPr marL="0" indent="0" algn="ctr">
              <a:buNone/>
              <a:defRPr sz="1200"/>
            </a:lvl1pPr>
          </a:lstStyle>
          <a:p>
            <a:r>
              <a:rPr lang="nb"/>
              <a:t>Bilde 2</a:t>
            </a:r>
          </a:p>
        </p:txBody>
      </p:sp>
      <p:sp>
        <p:nvSpPr>
          <p:cNvPr id="9" name="Image 3">
            <a:extLst>
              <a:ext uri="{FF2B5EF4-FFF2-40B4-BE49-F238E27FC236}">
                <a16:creationId xmlns:a16="http://schemas.microsoft.com/office/drawing/2014/main" id="{92CF4AE7-830D-7FA6-5274-70C69D2B7FDE}"/>
              </a:ext>
            </a:extLst>
          </p:cNvPr>
          <p:cNvSpPr>
            <a:spLocks noGrp="1" noRot="1" noMove="1" noResize="1" noEditPoints="1" noAdjustHandles="1" noChangeArrowheads="1" noChangeShapeType="1"/>
          </p:cNvSpPr>
          <p:nvPr>
            <p:ph type="pic" sz="quarter" idx="14" hasCustomPrompt="1"/>
          </p:nvPr>
        </p:nvSpPr>
        <p:spPr>
          <a:xfrm>
            <a:off x="8087637" y="1191872"/>
            <a:ext cx="3014760" cy="4474256"/>
          </a:xfrm>
          <a:prstGeom prst="roundRect">
            <a:avLst>
              <a:gd name="adj" fmla="val 7093"/>
            </a:avLst>
          </a:prstGeom>
          <a:solidFill>
            <a:schemeClr val="bg1"/>
          </a:solidFill>
        </p:spPr>
        <p:txBody>
          <a:bodyPr tIns="360000"/>
          <a:lstStyle>
            <a:lvl1pPr marL="0" indent="0" algn="ctr">
              <a:buNone/>
              <a:defRPr sz="1200"/>
            </a:lvl1pPr>
          </a:lstStyle>
          <a:p>
            <a:r>
              <a:rPr lang="nb"/>
              <a:t>Bilde 3</a:t>
            </a:r>
          </a:p>
        </p:txBody>
      </p:sp>
      <p:sp>
        <p:nvSpPr>
          <p:cNvPr id="10" name="Image 4">
            <a:extLst>
              <a:ext uri="{FF2B5EF4-FFF2-40B4-BE49-F238E27FC236}">
                <a16:creationId xmlns:a16="http://schemas.microsoft.com/office/drawing/2014/main" id="{9A9841C3-081E-16F8-1E47-FE33A53F9361}"/>
              </a:ext>
            </a:extLst>
          </p:cNvPr>
          <p:cNvSpPr>
            <a:spLocks noGrp="1" noRot="1" noMove="1" noResize="1" noEditPoints="1" noAdjustHandles="1" noChangeArrowheads="1" noChangeShapeType="1"/>
          </p:cNvSpPr>
          <p:nvPr>
            <p:ph type="pic" sz="quarter" idx="19" hasCustomPrompt="1"/>
          </p:nvPr>
        </p:nvSpPr>
        <p:spPr>
          <a:xfrm>
            <a:off x="-2153108" y="1628775"/>
            <a:ext cx="3014760" cy="3600450"/>
          </a:xfrm>
          <a:prstGeom prst="roundRect">
            <a:avLst>
              <a:gd name="adj" fmla="val 5482"/>
            </a:avLst>
          </a:prstGeom>
          <a:noFill/>
        </p:spPr>
        <p:txBody>
          <a:bodyPr tIns="360000"/>
          <a:lstStyle>
            <a:lvl1pPr marL="0" indent="0" algn="r">
              <a:buNone/>
              <a:defRPr sz="1200"/>
            </a:lvl1pPr>
          </a:lstStyle>
          <a:p>
            <a:r>
              <a:rPr lang="nb"/>
              <a:t>Bilde 4</a:t>
            </a:r>
          </a:p>
        </p:txBody>
      </p:sp>
      <p:sp>
        <p:nvSpPr>
          <p:cNvPr id="6" name="Image 5">
            <a:extLst>
              <a:ext uri="{FF2B5EF4-FFF2-40B4-BE49-F238E27FC236}">
                <a16:creationId xmlns:a16="http://schemas.microsoft.com/office/drawing/2014/main" id="{B30F469A-CCF3-9604-A8A6-BB482B9CE691}"/>
              </a:ext>
            </a:extLst>
          </p:cNvPr>
          <p:cNvSpPr>
            <a:spLocks noGrp="1" noRot="1" noMove="1" noResize="1" noEditPoints="1" noAdjustHandles="1" noChangeArrowheads="1" noChangeShapeType="1"/>
          </p:cNvSpPr>
          <p:nvPr>
            <p:ph type="pic" sz="quarter" idx="18" hasCustomPrompt="1"/>
          </p:nvPr>
        </p:nvSpPr>
        <p:spPr>
          <a:xfrm>
            <a:off x="11317173" y="1628775"/>
            <a:ext cx="3014760" cy="3600450"/>
          </a:xfrm>
          <a:prstGeom prst="roundRect">
            <a:avLst>
              <a:gd name="adj" fmla="val 5482"/>
            </a:avLst>
          </a:prstGeom>
          <a:noFill/>
        </p:spPr>
        <p:txBody>
          <a:bodyPr tIns="360000"/>
          <a:lstStyle>
            <a:lvl1pPr marL="0" indent="0" algn="l">
              <a:buNone/>
              <a:defRPr sz="1200"/>
            </a:lvl1pPr>
          </a:lstStyle>
          <a:p>
            <a:r>
              <a:rPr lang="nb"/>
              <a:t>Bilde 5</a:t>
            </a:r>
          </a:p>
        </p:txBody>
      </p:sp>
      <p:sp>
        <p:nvSpPr>
          <p:cNvPr id="2" name="Title 1">
            <a:extLst>
              <a:ext uri="{FF2B5EF4-FFF2-40B4-BE49-F238E27FC236}">
                <a16:creationId xmlns:a16="http://schemas.microsoft.com/office/drawing/2014/main" id="{43280B77-3BDF-14DD-F52C-70498BD9EF57}"/>
              </a:ext>
            </a:extLst>
          </p:cNvPr>
          <p:cNvSpPr>
            <a:spLocks noGrp="1"/>
          </p:cNvSpPr>
          <p:nvPr>
            <p:ph type="title" hasCustomPrompt="1"/>
          </p:nvPr>
        </p:nvSpPr>
        <p:spPr>
          <a:xfrm>
            <a:off x="-1" y="-900000"/>
            <a:ext cx="6096795" cy="720000"/>
          </a:xfrm>
          <a:solidFill>
            <a:schemeClr val="bg1"/>
          </a:solidFill>
        </p:spPr>
        <p:txBody>
          <a:bodyPr lIns="72000" tIns="72000" rIns="72000" bIns="72000" anchor="b" anchorCtr="0"/>
          <a:lstStyle>
            <a:lvl1pPr>
              <a:defRPr lang="en-GB" sz="1000" b="0" i="0" u="none" kern="1200" smtClean="0">
                <a:solidFill>
                  <a:schemeClr val="tx1"/>
                </a:solidFill>
                <a:latin typeface="+mn-lt"/>
                <a:ea typeface="Verdana" panose="020B0604030504040204" pitchFamily="34" charset="0"/>
                <a:cs typeface="+mj-cs"/>
                <a:sym typeface="Verdana" panose="020B0604030504040204" pitchFamily="34" charset="0"/>
              </a:defRPr>
            </a:lvl1pPr>
          </a:lstStyle>
          <a:p>
            <a:r>
              <a:rPr lang="nb"/>
              <a:t>Skriv lysbildetittel for tilgjengelighet i denne plassholderen</a:t>
            </a:r>
            <a:endParaRPr lang="nb-NO"/>
          </a:p>
        </p:txBody>
      </p:sp>
      <p:sp>
        <p:nvSpPr>
          <p:cNvPr id="5" name="Date Placeholder 4">
            <a:extLst>
              <a:ext uri="{FF2B5EF4-FFF2-40B4-BE49-F238E27FC236}">
                <a16:creationId xmlns:a16="http://schemas.microsoft.com/office/drawing/2014/main" id="{8866AC9A-51AB-9BF7-0F60-EFF6BCF8C291}"/>
              </a:ext>
            </a:extLst>
          </p:cNvPr>
          <p:cNvSpPr>
            <a:spLocks noGrp="1"/>
          </p:cNvSpPr>
          <p:nvPr>
            <p:ph type="dt" sz="half" idx="20"/>
          </p:nvPr>
        </p:nvSpPr>
        <p:spPr/>
        <p:txBody>
          <a:bodyPr/>
          <a:lstStyle/>
          <a:p>
            <a:fld id="{507EB366-45DC-1548-8EC1-375AF3CAE09C}" type="datetime1">
              <a:rPr lang="nb-NO" smtClean="0"/>
              <a:t>23.01.2026</a:t>
            </a:fld>
            <a:endParaRPr lang="en-GB"/>
          </a:p>
        </p:txBody>
      </p:sp>
    </p:spTree>
    <p:extLst>
      <p:ext uri="{BB962C8B-B14F-4D97-AF65-F5344CB8AC3E}">
        <p14:creationId xmlns:p14="http://schemas.microsoft.com/office/powerpoint/2010/main" val="4180572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arousel 3">
    <p:bg>
      <p:bgRef idx="1001">
        <a:schemeClr val="bg1"/>
      </p:bgRef>
    </p:bg>
    <p:spTree>
      <p:nvGrpSpPr>
        <p:cNvPr id="1" name=""/>
        <p:cNvGrpSpPr/>
        <p:nvPr/>
      </p:nvGrpSpPr>
      <p:grpSpPr>
        <a:xfrm>
          <a:off x="0" y="0"/>
          <a:ext cx="0" cy="0"/>
          <a:chOff x="0" y="0"/>
          <a:chExt cx="0" cy="0"/>
        </a:xfrm>
      </p:grpSpPr>
      <p:sp>
        <p:nvSpPr>
          <p:cNvPr id="11" name="TekstSylinder 50">
            <a:extLst>
              <a:ext uri="{FF2B5EF4-FFF2-40B4-BE49-F238E27FC236}">
                <a16:creationId xmlns:a16="http://schemas.microsoft.com/office/drawing/2014/main" id="{29F44BF4-AC00-3D2B-DD34-F52CE9F9B671}"/>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
        <p:nvSpPr>
          <p:cNvPr id="3" name="Slide Number Placeholder 2">
            <a:extLst>
              <a:ext uri="{FF2B5EF4-FFF2-40B4-BE49-F238E27FC236}">
                <a16:creationId xmlns:a16="http://schemas.microsoft.com/office/drawing/2014/main" id="{C690B788-9DAD-CFA5-0BCB-A01A8E22829B}"/>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3C5C8A53-162E-7A3F-543D-343E14BD99EE}"/>
              </a:ext>
            </a:extLst>
          </p:cNvPr>
          <p:cNvSpPr>
            <a:spLocks noGrp="1"/>
          </p:cNvSpPr>
          <p:nvPr>
            <p:ph type="ftr" sz="quarter" idx="11"/>
          </p:nvPr>
        </p:nvSpPr>
        <p:spPr/>
        <p:txBody>
          <a:bodyPr/>
          <a:lstStyle/>
          <a:p>
            <a:endParaRPr lang="en-GB"/>
          </a:p>
        </p:txBody>
      </p:sp>
      <p:sp>
        <p:nvSpPr>
          <p:cNvPr id="7" name="Image 1">
            <a:extLst>
              <a:ext uri="{FF2B5EF4-FFF2-40B4-BE49-F238E27FC236}">
                <a16:creationId xmlns:a16="http://schemas.microsoft.com/office/drawing/2014/main" id="{9C5D8DBD-51ED-16F1-78C7-59F79258C5A7}"/>
              </a:ext>
            </a:extLst>
          </p:cNvPr>
          <p:cNvSpPr>
            <a:spLocks noGrp="1" noRot="1" noMove="1" noResize="1" noEditPoints="1" noAdjustHandles="1" noChangeArrowheads="1" noChangeShapeType="1"/>
          </p:cNvSpPr>
          <p:nvPr>
            <p:ph type="pic" sz="quarter" idx="12" hasCustomPrompt="1"/>
          </p:nvPr>
        </p:nvSpPr>
        <p:spPr>
          <a:xfrm>
            <a:off x="1076720" y="1191600"/>
            <a:ext cx="3013592" cy="4474800"/>
          </a:xfrm>
          <a:prstGeom prst="roundRect">
            <a:avLst>
              <a:gd name="adj" fmla="val 7093"/>
            </a:avLst>
          </a:prstGeom>
          <a:noFill/>
        </p:spPr>
        <p:txBody>
          <a:bodyPr tIns="360000"/>
          <a:lstStyle>
            <a:lvl1pPr marL="0" indent="0" algn="ctr">
              <a:buNone/>
              <a:defRPr sz="1200"/>
            </a:lvl1pPr>
          </a:lstStyle>
          <a:p>
            <a:r>
              <a:rPr lang="nb"/>
              <a:t>Bilde 1</a:t>
            </a:r>
          </a:p>
        </p:txBody>
      </p:sp>
      <p:sp>
        <p:nvSpPr>
          <p:cNvPr id="8" name="Image 2">
            <a:extLst>
              <a:ext uri="{FF2B5EF4-FFF2-40B4-BE49-F238E27FC236}">
                <a16:creationId xmlns:a16="http://schemas.microsoft.com/office/drawing/2014/main" id="{61525025-9158-78A5-2A27-135E56A4CC72}"/>
              </a:ext>
            </a:extLst>
          </p:cNvPr>
          <p:cNvSpPr>
            <a:spLocks noGrp="1" noRot="1" noMove="1" noResize="1" noEditPoints="1" noAdjustHandles="1" noChangeArrowheads="1" noChangeShapeType="1"/>
          </p:cNvSpPr>
          <p:nvPr>
            <p:ph type="pic" sz="quarter" idx="13" hasCustomPrompt="1"/>
          </p:nvPr>
        </p:nvSpPr>
        <p:spPr>
          <a:xfrm>
            <a:off x="4305381" y="1191600"/>
            <a:ext cx="3013592" cy="4474800"/>
          </a:xfrm>
          <a:prstGeom prst="roundRect">
            <a:avLst>
              <a:gd name="adj" fmla="val 7093"/>
            </a:avLst>
          </a:prstGeom>
          <a:solidFill>
            <a:schemeClr val="bg1"/>
          </a:solidFill>
        </p:spPr>
        <p:txBody>
          <a:bodyPr tIns="360000"/>
          <a:lstStyle>
            <a:lvl1pPr marL="0" indent="0" algn="ctr">
              <a:buNone/>
              <a:defRPr sz="1200"/>
            </a:lvl1pPr>
          </a:lstStyle>
          <a:p>
            <a:r>
              <a:rPr lang="nb"/>
              <a:t>Bilde 2</a:t>
            </a:r>
          </a:p>
        </p:txBody>
      </p:sp>
      <p:sp>
        <p:nvSpPr>
          <p:cNvPr id="9" name="Image 3">
            <a:extLst>
              <a:ext uri="{FF2B5EF4-FFF2-40B4-BE49-F238E27FC236}">
                <a16:creationId xmlns:a16="http://schemas.microsoft.com/office/drawing/2014/main" id="{92CF4AE7-830D-7FA6-5274-70C69D2B7FDE}"/>
              </a:ext>
            </a:extLst>
          </p:cNvPr>
          <p:cNvSpPr>
            <a:spLocks noGrp="1" noRot="1" noMove="1" noResize="1" noEditPoints="1" noAdjustHandles="1" noChangeArrowheads="1" noChangeShapeType="1"/>
          </p:cNvSpPr>
          <p:nvPr>
            <p:ph type="pic" sz="quarter" idx="14" hasCustomPrompt="1"/>
          </p:nvPr>
        </p:nvSpPr>
        <p:spPr>
          <a:xfrm>
            <a:off x="7534041" y="540000"/>
            <a:ext cx="3568064" cy="5778000"/>
          </a:xfrm>
          <a:prstGeom prst="roundRect">
            <a:avLst>
              <a:gd name="adj" fmla="val 7093"/>
            </a:avLst>
          </a:prstGeom>
          <a:solidFill>
            <a:schemeClr val="bg1"/>
          </a:solidFill>
        </p:spPr>
        <p:txBody>
          <a:bodyPr tIns="360000"/>
          <a:lstStyle>
            <a:lvl1pPr marL="0" indent="0" algn="ctr">
              <a:buNone/>
              <a:defRPr sz="1200"/>
            </a:lvl1pPr>
          </a:lstStyle>
          <a:p>
            <a:r>
              <a:rPr lang="nb"/>
              <a:t>Bilde 3</a:t>
            </a:r>
          </a:p>
        </p:txBody>
      </p:sp>
      <p:sp>
        <p:nvSpPr>
          <p:cNvPr id="10" name="Image 4">
            <a:extLst>
              <a:ext uri="{FF2B5EF4-FFF2-40B4-BE49-F238E27FC236}">
                <a16:creationId xmlns:a16="http://schemas.microsoft.com/office/drawing/2014/main" id="{9A9841C3-081E-16F8-1E47-FE33A53F9361}"/>
              </a:ext>
            </a:extLst>
          </p:cNvPr>
          <p:cNvSpPr>
            <a:spLocks noGrp="1" noRot="1" noMove="1" noResize="1" noEditPoints="1" noAdjustHandles="1" noChangeArrowheads="1" noChangeShapeType="1"/>
          </p:cNvSpPr>
          <p:nvPr>
            <p:ph type="pic" sz="quarter" idx="19" hasCustomPrompt="1"/>
          </p:nvPr>
        </p:nvSpPr>
        <p:spPr>
          <a:xfrm>
            <a:off x="-2153108" y="1628775"/>
            <a:ext cx="3014760" cy="3600450"/>
          </a:xfrm>
          <a:prstGeom prst="roundRect">
            <a:avLst>
              <a:gd name="adj" fmla="val 5482"/>
            </a:avLst>
          </a:prstGeom>
          <a:noFill/>
        </p:spPr>
        <p:txBody>
          <a:bodyPr tIns="360000"/>
          <a:lstStyle>
            <a:lvl1pPr marL="0" indent="0" algn="r">
              <a:buNone/>
              <a:defRPr sz="1200"/>
            </a:lvl1pPr>
          </a:lstStyle>
          <a:p>
            <a:r>
              <a:rPr lang="nb"/>
              <a:t>Bilde 4</a:t>
            </a:r>
          </a:p>
        </p:txBody>
      </p:sp>
      <p:sp>
        <p:nvSpPr>
          <p:cNvPr id="6" name="Image 5">
            <a:extLst>
              <a:ext uri="{FF2B5EF4-FFF2-40B4-BE49-F238E27FC236}">
                <a16:creationId xmlns:a16="http://schemas.microsoft.com/office/drawing/2014/main" id="{B30F469A-CCF3-9604-A8A6-BB482B9CE691}"/>
              </a:ext>
            </a:extLst>
          </p:cNvPr>
          <p:cNvSpPr>
            <a:spLocks noGrp="1" noRot="1" noMove="1" noResize="1" noEditPoints="1" noAdjustHandles="1" noChangeArrowheads="1" noChangeShapeType="1"/>
          </p:cNvSpPr>
          <p:nvPr>
            <p:ph type="pic" sz="quarter" idx="18" hasCustomPrompt="1"/>
          </p:nvPr>
        </p:nvSpPr>
        <p:spPr>
          <a:xfrm>
            <a:off x="11317173" y="1628775"/>
            <a:ext cx="3014760" cy="3600450"/>
          </a:xfrm>
          <a:prstGeom prst="roundRect">
            <a:avLst>
              <a:gd name="adj" fmla="val 5482"/>
            </a:avLst>
          </a:prstGeom>
          <a:noFill/>
        </p:spPr>
        <p:txBody>
          <a:bodyPr tIns="360000"/>
          <a:lstStyle>
            <a:lvl1pPr marL="0" indent="0" algn="l">
              <a:buNone/>
              <a:defRPr sz="1200"/>
            </a:lvl1pPr>
          </a:lstStyle>
          <a:p>
            <a:r>
              <a:rPr lang="nb"/>
              <a:t>Bilde 5</a:t>
            </a:r>
          </a:p>
        </p:txBody>
      </p:sp>
      <p:sp>
        <p:nvSpPr>
          <p:cNvPr id="2" name="Date Placeholder 1">
            <a:extLst>
              <a:ext uri="{FF2B5EF4-FFF2-40B4-BE49-F238E27FC236}">
                <a16:creationId xmlns:a16="http://schemas.microsoft.com/office/drawing/2014/main" id="{E387A5BC-852E-CBA5-8E62-C99D1CA099DA}"/>
              </a:ext>
            </a:extLst>
          </p:cNvPr>
          <p:cNvSpPr>
            <a:spLocks noGrp="1"/>
          </p:cNvSpPr>
          <p:nvPr>
            <p:ph type="dt" sz="half" idx="20"/>
          </p:nvPr>
        </p:nvSpPr>
        <p:spPr/>
        <p:txBody>
          <a:bodyPr/>
          <a:lstStyle/>
          <a:p>
            <a:fld id="{31932AE6-AD34-BB4D-A16E-936B911CCA16}" type="datetime1">
              <a:rPr lang="nb-NO" smtClean="0"/>
              <a:t>23.01.2026</a:t>
            </a:fld>
            <a:endParaRPr lang="en-GB"/>
          </a:p>
        </p:txBody>
      </p:sp>
      <p:sp>
        <p:nvSpPr>
          <p:cNvPr id="5" name="Title 4">
            <a:extLst>
              <a:ext uri="{FF2B5EF4-FFF2-40B4-BE49-F238E27FC236}">
                <a16:creationId xmlns:a16="http://schemas.microsoft.com/office/drawing/2014/main" id="{A02AA6A4-A222-AE71-065C-BC56AEA47A32}"/>
              </a:ext>
            </a:extLst>
          </p:cNvPr>
          <p:cNvSpPr>
            <a:spLocks noGrp="1"/>
          </p:cNvSpPr>
          <p:nvPr>
            <p:ph type="title" hasCustomPrompt="1"/>
          </p:nvPr>
        </p:nvSpPr>
        <p:spPr>
          <a:xfrm>
            <a:off x="0" y="-900000"/>
            <a:ext cx="6098400" cy="720000"/>
          </a:xfrm>
          <a:solidFill>
            <a:schemeClr val="bg1"/>
          </a:solidFill>
        </p:spPr>
        <p:txBody>
          <a:bodyPr lIns="72000" tIns="72000" rIns="72000" bIns="72000" anchor="b" anchorCtr="0">
            <a:normAutofit/>
          </a:bodyPr>
          <a:lstStyle>
            <a:lvl1pPr>
              <a:defRPr sz="1000"/>
            </a:lvl1pPr>
          </a:lstStyle>
          <a:p>
            <a:r>
              <a:rPr lang="nb"/>
              <a:t>Skriv lysbildetittel for tilgjengelighet i denne plassholderen</a:t>
            </a:r>
            <a:endParaRPr lang="nb-NO"/>
          </a:p>
        </p:txBody>
      </p:sp>
    </p:spTree>
    <p:extLst>
      <p:ext uri="{BB962C8B-B14F-4D97-AF65-F5344CB8AC3E}">
        <p14:creationId xmlns:p14="http://schemas.microsoft.com/office/powerpoint/2010/main" val="994376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arousel Cards">
    <p:bg>
      <p:bgRef idx="1001">
        <a:schemeClr val="bg2"/>
      </p:bgRef>
    </p:bg>
    <p:spTree>
      <p:nvGrpSpPr>
        <p:cNvPr id="1" name=""/>
        <p:cNvGrpSpPr/>
        <p:nvPr/>
      </p:nvGrpSpPr>
      <p:grpSpPr>
        <a:xfrm>
          <a:off x="0" y="0"/>
          <a:ext cx="0" cy="0"/>
          <a:chOff x="0" y="0"/>
          <a:chExt cx="0" cy="0"/>
        </a:xfrm>
      </p:grpSpPr>
      <p:sp>
        <p:nvSpPr>
          <p:cNvPr id="2" name="TekstSylinder 50">
            <a:extLst>
              <a:ext uri="{FF2B5EF4-FFF2-40B4-BE49-F238E27FC236}">
                <a16:creationId xmlns:a16="http://schemas.microsoft.com/office/drawing/2014/main" id="{52695C98-B1D9-0ECB-3B55-39CE7D804DAB}"/>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
        <p:nvSpPr>
          <p:cNvPr id="20" name="!!Form 1">
            <a:extLst>
              <a:ext uri="{FF2B5EF4-FFF2-40B4-BE49-F238E27FC236}">
                <a16:creationId xmlns:a16="http://schemas.microsoft.com/office/drawing/2014/main" id="{BD9B1B5A-51C2-1DE4-AA77-5CE6889EF170}"/>
              </a:ext>
              <a:ext uri="{C183D7F6-B498-43B3-948B-1728B52AA6E4}">
                <adec:decorative xmlns:adec="http://schemas.microsoft.com/office/drawing/2017/decorative" val="1"/>
              </a:ext>
            </a:extLst>
          </p:cNvPr>
          <p:cNvSpPr>
            <a:spLocks noChangeAspect="1"/>
          </p:cNvSpPr>
          <p:nvPr/>
        </p:nvSpPr>
        <p:spPr>
          <a:xfrm>
            <a:off x="1086347" y="4218450"/>
            <a:ext cx="3013591" cy="1447679"/>
          </a:xfrm>
          <a:custGeom>
            <a:avLst/>
            <a:gdLst>
              <a:gd name="connsiteX0" fmla="*/ 0 w 3013199"/>
              <a:gd name="connsiteY0" fmla="*/ 0 h 1447679"/>
              <a:gd name="connsiteX1" fmla="*/ 3013199 w 3013199"/>
              <a:gd name="connsiteY1" fmla="*/ 0 h 1447679"/>
              <a:gd name="connsiteX2" fmla="*/ 3013199 w 3013199"/>
              <a:gd name="connsiteY2" fmla="*/ 1236213 h 1447679"/>
              <a:gd name="connsiteX3" fmla="*/ 2801733 w 3013199"/>
              <a:gd name="connsiteY3" fmla="*/ 1447679 h 1447679"/>
              <a:gd name="connsiteX4" fmla="*/ 211466 w 3013199"/>
              <a:gd name="connsiteY4" fmla="*/ 1447679 h 1447679"/>
              <a:gd name="connsiteX5" fmla="*/ 0 w 3013199"/>
              <a:gd name="connsiteY5" fmla="*/ 1236213 h 1447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3199" h="1447679">
                <a:moveTo>
                  <a:pt x="0" y="0"/>
                </a:moveTo>
                <a:lnTo>
                  <a:pt x="3013199" y="0"/>
                </a:lnTo>
                <a:lnTo>
                  <a:pt x="3013199" y="1236213"/>
                </a:lnTo>
                <a:cubicBezTo>
                  <a:pt x="3013199" y="1353002"/>
                  <a:pt x="2918522" y="1447679"/>
                  <a:pt x="2801733" y="1447679"/>
                </a:cubicBezTo>
                <a:lnTo>
                  <a:pt x="211466" y="1447679"/>
                </a:lnTo>
                <a:cubicBezTo>
                  <a:pt x="94677" y="1447679"/>
                  <a:pt x="0" y="1353002"/>
                  <a:pt x="0" y="1236213"/>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nb-NO" sz="1800" err="1"/>
          </a:p>
        </p:txBody>
      </p:sp>
      <p:sp>
        <p:nvSpPr>
          <p:cNvPr id="9" name="!!Form 2">
            <a:extLst>
              <a:ext uri="{FF2B5EF4-FFF2-40B4-BE49-F238E27FC236}">
                <a16:creationId xmlns:a16="http://schemas.microsoft.com/office/drawing/2014/main" id="{E74F3E28-78B0-0214-77E7-4A533834A145}"/>
              </a:ext>
              <a:ext uri="{C183D7F6-B498-43B3-948B-1728B52AA6E4}">
                <adec:decorative xmlns:adec="http://schemas.microsoft.com/office/drawing/2017/decorative" val="1"/>
              </a:ext>
            </a:extLst>
          </p:cNvPr>
          <p:cNvSpPr/>
          <p:nvPr/>
        </p:nvSpPr>
        <p:spPr>
          <a:xfrm>
            <a:off x="4311259" y="4218450"/>
            <a:ext cx="3569481" cy="2102963"/>
          </a:xfrm>
          <a:custGeom>
            <a:avLst/>
            <a:gdLst>
              <a:gd name="connsiteX0" fmla="*/ 0 w 3569016"/>
              <a:gd name="connsiteY0" fmla="*/ 0 h 2102963"/>
              <a:gd name="connsiteX1" fmla="*/ 3569016 w 3569016"/>
              <a:gd name="connsiteY1" fmla="*/ 0 h 2102963"/>
              <a:gd name="connsiteX2" fmla="*/ 3569016 w 3569016"/>
              <a:gd name="connsiteY2" fmla="*/ 1842960 h 2102963"/>
              <a:gd name="connsiteX3" fmla="*/ 3309013 w 3569016"/>
              <a:gd name="connsiteY3" fmla="*/ 2102963 h 2102963"/>
              <a:gd name="connsiteX4" fmla="*/ 260003 w 3569016"/>
              <a:gd name="connsiteY4" fmla="*/ 2102963 h 2102963"/>
              <a:gd name="connsiteX5" fmla="*/ 0 w 3569016"/>
              <a:gd name="connsiteY5" fmla="*/ 1842960 h 210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9016" h="2102963">
                <a:moveTo>
                  <a:pt x="0" y="0"/>
                </a:moveTo>
                <a:lnTo>
                  <a:pt x="3569016" y="0"/>
                </a:lnTo>
                <a:lnTo>
                  <a:pt x="3569016" y="1842960"/>
                </a:lnTo>
                <a:cubicBezTo>
                  <a:pt x="3569016" y="1986556"/>
                  <a:pt x="3452609" y="2102963"/>
                  <a:pt x="3309013" y="2102963"/>
                </a:cubicBezTo>
                <a:lnTo>
                  <a:pt x="260003" y="2102963"/>
                </a:lnTo>
                <a:cubicBezTo>
                  <a:pt x="116407" y="2102963"/>
                  <a:pt x="0" y="1986556"/>
                  <a:pt x="0" y="184296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nb-NO" sz="1800" err="1"/>
          </a:p>
        </p:txBody>
      </p:sp>
      <p:sp>
        <p:nvSpPr>
          <p:cNvPr id="23" name="!!Form 3">
            <a:extLst>
              <a:ext uri="{FF2B5EF4-FFF2-40B4-BE49-F238E27FC236}">
                <a16:creationId xmlns:a16="http://schemas.microsoft.com/office/drawing/2014/main" id="{CFDA1C59-8A93-4FD1-A4BC-F5850E102C67}"/>
              </a:ext>
              <a:ext uri="{C183D7F6-B498-43B3-948B-1728B52AA6E4}">
                <adec:decorative xmlns:adec="http://schemas.microsoft.com/office/drawing/2017/decorative" val="1"/>
              </a:ext>
            </a:extLst>
          </p:cNvPr>
          <p:cNvSpPr>
            <a:spLocks noChangeAspect="1"/>
          </p:cNvSpPr>
          <p:nvPr/>
        </p:nvSpPr>
        <p:spPr>
          <a:xfrm>
            <a:off x="8092962" y="4218450"/>
            <a:ext cx="3013591" cy="1447679"/>
          </a:xfrm>
          <a:custGeom>
            <a:avLst/>
            <a:gdLst>
              <a:gd name="connsiteX0" fmla="*/ 0 w 3013199"/>
              <a:gd name="connsiteY0" fmla="*/ 0 h 1447679"/>
              <a:gd name="connsiteX1" fmla="*/ 3013199 w 3013199"/>
              <a:gd name="connsiteY1" fmla="*/ 0 h 1447679"/>
              <a:gd name="connsiteX2" fmla="*/ 3013199 w 3013199"/>
              <a:gd name="connsiteY2" fmla="*/ 1236213 h 1447679"/>
              <a:gd name="connsiteX3" fmla="*/ 2801732 w 3013199"/>
              <a:gd name="connsiteY3" fmla="*/ 1447679 h 1447679"/>
              <a:gd name="connsiteX4" fmla="*/ 211467 w 3013199"/>
              <a:gd name="connsiteY4" fmla="*/ 1447679 h 1447679"/>
              <a:gd name="connsiteX5" fmla="*/ 0 w 3013199"/>
              <a:gd name="connsiteY5" fmla="*/ 1236213 h 1447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3199" h="1447679">
                <a:moveTo>
                  <a:pt x="0" y="0"/>
                </a:moveTo>
                <a:lnTo>
                  <a:pt x="3013199" y="0"/>
                </a:lnTo>
                <a:lnTo>
                  <a:pt x="3013199" y="1236213"/>
                </a:lnTo>
                <a:cubicBezTo>
                  <a:pt x="3013199" y="1353002"/>
                  <a:pt x="2918522" y="1447679"/>
                  <a:pt x="2801732" y="1447679"/>
                </a:cubicBezTo>
                <a:lnTo>
                  <a:pt x="211467" y="1447679"/>
                </a:lnTo>
                <a:cubicBezTo>
                  <a:pt x="94677" y="1447679"/>
                  <a:pt x="0" y="1353002"/>
                  <a:pt x="0" y="1236213"/>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nb-NO" sz="1800" err="1"/>
          </a:p>
        </p:txBody>
      </p:sp>
      <p:sp>
        <p:nvSpPr>
          <p:cNvPr id="3" name="Slide Number Placeholder 2">
            <a:extLst>
              <a:ext uri="{FF2B5EF4-FFF2-40B4-BE49-F238E27FC236}">
                <a16:creationId xmlns:a16="http://schemas.microsoft.com/office/drawing/2014/main" id="{C690B788-9DAD-CFA5-0BCB-A01A8E22829B}"/>
              </a:ext>
              <a:ext uri="{C183D7F6-B498-43B3-948B-1728B52AA6E4}">
                <adec:decorative xmlns:adec="http://schemas.microsoft.com/office/drawing/2017/decorative" val="1"/>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3C5C8A53-162E-7A3F-543D-343E14BD99EE}"/>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GB"/>
          </a:p>
        </p:txBody>
      </p:sp>
      <p:sp>
        <p:nvSpPr>
          <p:cNvPr id="11" name="Freeform 10">
            <a:extLst>
              <a:ext uri="{FF2B5EF4-FFF2-40B4-BE49-F238E27FC236}">
                <a16:creationId xmlns:a16="http://schemas.microsoft.com/office/drawing/2014/main" id="{AEC0B013-7388-5E74-D479-A5DEACB2D83F}"/>
              </a:ext>
              <a:ext uri="{C183D7F6-B498-43B3-948B-1728B52AA6E4}">
                <adec:decorative xmlns:adec="http://schemas.microsoft.com/office/drawing/2017/decorative" val="1"/>
              </a:ext>
            </a:extLst>
          </p:cNvPr>
          <p:cNvSpPr/>
          <p:nvPr/>
        </p:nvSpPr>
        <p:spPr>
          <a:xfrm>
            <a:off x="0" y="1628775"/>
            <a:ext cx="866392" cy="3603600"/>
          </a:xfrm>
          <a:custGeom>
            <a:avLst/>
            <a:gdLst>
              <a:gd name="connsiteX0" fmla="*/ 0 w 866279"/>
              <a:gd name="connsiteY0" fmla="*/ 0 h 3603600"/>
              <a:gd name="connsiteX1" fmla="*/ 670994 w 866279"/>
              <a:gd name="connsiteY1" fmla="*/ 0 h 3603600"/>
              <a:gd name="connsiteX2" fmla="*/ 866279 w 866279"/>
              <a:gd name="connsiteY2" fmla="*/ 195285 h 3603600"/>
              <a:gd name="connsiteX3" fmla="*/ 866279 w 866279"/>
              <a:gd name="connsiteY3" fmla="*/ 3408315 h 3603600"/>
              <a:gd name="connsiteX4" fmla="*/ 670994 w 866279"/>
              <a:gd name="connsiteY4" fmla="*/ 3603600 h 3603600"/>
              <a:gd name="connsiteX5" fmla="*/ 0 w 866279"/>
              <a:gd name="connsiteY5" fmla="*/ 3603600 h 360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6279" h="3603600">
                <a:moveTo>
                  <a:pt x="0" y="0"/>
                </a:moveTo>
                <a:lnTo>
                  <a:pt x="670994" y="0"/>
                </a:lnTo>
                <a:cubicBezTo>
                  <a:pt x="778847" y="0"/>
                  <a:pt x="866279" y="87432"/>
                  <a:pt x="866279" y="195285"/>
                </a:cubicBezTo>
                <a:lnTo>
                  <a:pt x="866279" y="3408315"/>
                </a:lnTo>
                <a:cubicBezTo>
                  <a:pt x="866279" y="3516168"/>
                  <a:pt x="778847" y="3603600"/>
                  <a:pt x="670994" y="3603600"/>
                </a:cubicBezTo>
                <a:lnTo>
                  <a:pt x="0" y="36036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nb-NO" sz="1800" err="1"/>
          </a:p>
        </p:txBody>
      </p:sp>
      <p:sp>
        <p:nvSpPr>
          <p:cNvPr id="12" name="Freeform 11">
            <a:extLst>
              <a:ext uri="{FF2B5EF4-FFF2-40B4-BE49-F238E27FC236}">
                <a16:creationId xmlns:a16="http://schemas.microsoft.com/office/drawing/2014/main" id="{EA4882B8-B832-B56B-E985-C613EDCB27C7}"/>
              </a:ext>
              <a:ext uri="{C183D7F6-B498-43B3-948B-1728B52AA6E4}">
                <adec:decorative xmlns:adec="http://schemas.microsoft.com/office/drawing/2017/decorative" val="1"/>
              </a:ext>
            </a:extLst>
          </p:cNvPr>
          <p:cNvSpPr/>
          <p:nvPr/>
        </p:nvSpPr>
        <p:spPr>
          <a:xfrm rot="10800000">
            <a:off x="11325609" y="1628776"/>
            <a:ext cx="866392" cy="3603600"/>
          </a:xfrm>
          <a:custGeom>
            <a:avLst/>
            <a:gdLst>
              <a:gd name="connsiteX0" fmla="*/ 0 w 866279"/>
              <a:gd name="connsiteY0" fmla="*/ 0 h 3603600"/>
              <a:gd name="connsiteX1" fmla="*/ 670994 w 866279"/>
              <a:gd name="connsiteY1" fmla="*/ 0 h 3603600"/>
              <a:gd name="connsiteX2" fmla="*/ 866279 w 866279"/>
              <a:gd name="connsiteY2" fmla="*/ 195285 h 3603600"/>
              <a:gd name="connsiteX3" fmla="*/ 866279 w 866279"/>
              <a:gd name="connsiteY3" fmla="*/ 3408315 h 3603600"/>
              <a:gd name="connsiteX4" fmla="*/ 670994 w 866279"/>
              <a:gd name="connsiteY4" fmla="*/ 3603600 h 3603600"/>
              <a:gd name="connsiteX5" fmla="*/ 0 w 866279"/>
              <a:gd name="connsiteY5" fmla="*/ 3603600 h 360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6279" h="3603600">
                <a:moveTo>
                  <a:pt x="0" y="0"/>
                </a:moveTo>
                <a:lnTo>
                  <a:pt x="670994" y="0"/>
                </a:lnTo>
                <a:cubicBezTo>
                  <a:pt x="778847" y="0"/>
                  <a:pt x="866279" y="87432"/>
                  <a:pt x="866279" y="195285"/>
                </a:cubicBezTo>
                <a:lnTo>
                  <a:pt x="866279" y="3408315"/>
                </a:lnTo>
                <a:cubicBezTo>
                  <a:pt x="866279" y="3516168"/>
                  <a:pt x="778847" y="3603600"/>
                  <a:pt x="670994" y="3603600"/>
                </a:cubicBezTo>
                <a:lnTo>
                  <a:pt x="0" y="36036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nb-NO" sz="1800" err="1"/>
          </a:p>
        </p:txBody>
      </p:sp>
      <p:sp>
        <p:nvSpPr>
          <p:cNvPr id="37" name="Image 1">
            <a:extLst>
              <a:ext uri="{FF2B5EF4-FFF2-40B4-BE49-F238E27FC236}">
                <a16:creationId xmlns:a16="http://schemas.microsoft.com/office/drawing/2014/main" id="{F38BACCD-B354-5D0D-EB63-83F1B9D91F00}"/>
              </a:ext>
            </a:extLst>
          </p:cNvPr>
          <p:cNvSpPr>
            <a:spLocks noGrp="1" noRot="1" noMove="1" noResize="1" noEditPoints="1" noAdjustHandles="1" noChangeArrowheads="1" noChangeShapeType="1"/>
          </p:cNvSpPr>
          <p:nvPr>
            <p:ph type="pic" sz="quarter" idx="12" hasCustomPrompt="1"/>
          </p:nvPr>
        </p:nvSpPr>
        <p:spPr>
          <a:xfrm>
            <a:off x="1088146" y="1191600"/>
            <a:ext cx="3013592" cy="3034800"/>
          </a:xfrm>
          <a:custGeom>
            <a:avLst/>
            <a:gdLst>
              <a:gd name="connsiteX0" fmla="*/ 213726 w 3013200"/>
              <a:gd name="connsiteY0" fmla="*/ 0 h 3034800"/>
              <a:gd name="connsiteX1" fmla="*/ 2799474 w 3013200"/>
              <a:gd name="connsiteY1" fmla="*/ 0 h 3034800"/>
              <a:gd name="connsiteX2" fmla="*/ 3013200 w 3013200"/>
              <a:gd name="connsiteY2" fmla="*/ 213726 h 3034800"/>
              <a:gd name="connsiteX3" fmla="*/ 3013200 w 3013200"/>
              <a:gd name="connsiteY3" fmla="*/ 3034800 h 3034800"/>
              <a:gd name="connsiteX4" fmla="*/ 0 w 3013200"/>
              <a:gd name="connsiteY4" fmla="*/ 3034800 h 3034800"/>
              <a:gd name="connsiteX5" fmla="*/ 0 w 3013200"/>
              <a:gd name="connsiteY5" fmla="*/ 213726 h 3034800"/>
              <a:gd name="connsiteX6" fmla="*/ 213726 w 3013200"/>
              <a:gd name="connsiteY6" fmla="*/ 0 h 30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3200" h="3034800">
                <a:moveTo>
                  <a:pt x="213726" y="0"/>
                </a:moveTo>
                <a:lnTo>
                  <a:pt x="2799474" y="0"/>
                </a:lnTo>
                <a:cubicBezTo>
                  <a:pt x="2917512" y="0"/>
                  <a:pt x="3013200" y="95688"/>
                  <a:pt x="3013200" y="213726"/>
                </a:cubicBezTo>
                <a:lnTo>
                  <a:pt x="3013200" y="3034800"/>
                </a:lnTo>
                <a:lnTo>
                  <a:pt x="0" y="3034800"/>
                </a:lnTo>
                <a:lnTo>
                  <a:pt x="0" y="213726"/>
                </a:lnTo>
                <a:cubicBezTo>
                  <a:pt x="0" y="95688"/>
                  <a:pt x="95688" y="0"/>
                  <a:pt x="213726"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1</a:t>
            </a:r>
          </a:p>
        </p:txBody>
      </p:sp>
      <p:sp>
        <p:nvSpPr>
          <p:cNvPr id="21" name="Card Title 1">
            <a:extLst>
              <a:ext uri="{FF2B5EF4-FFF2-40B4-BE49-F238E27FC236}">
                <a16:creationId xmlns:a16="http://schemas.microsoft.com/office/drawing/2014/main" id="{EADAABA4-F5CB-0667-6C75-ECE0ABB02437}"/>
              </a:ext>
            </a:extLst>
          </p:cNvPr>
          <p:cNvSpPr>
            <a:spLocks noGrp="1"/>
          </p:cNvSpPr>
          <p:nvPr>
            <p:ph type="body" sz="quarter" idx="20" hasCustomPrompt="1"/>
          </p:nvPr>
        </p:nvSpPr>
        <p:spPr>
          <a:xfrm>
            <a:off x="1088147" y="4409517"/>
            <a:ext cx="3013591" cy="276999"/>
          </a:xfrm>
        </p:spPr>
        <p:txBody>
          <a:bodyPr lIns="360000" rIns="360000">
            <a:spAutoFit/>
          </a:bodyPr>
          <a:lstStyle>
            <a:lvl1pPr marL="0" indent="0" algn="ctr">
              <a:lnSpc>
                <a:spcPct val="90000"/>
              </a:lnSpc>
              <a:spcBef>
                <a:spcPts val="0"/>
              </a:spcBef>
              <a:buNone/>
              <a:defRPr sz="20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5" name="Text 1">
            <a:extLst>
              <a:ext uri="{FF2B5EF4-FFF2-40B4-BE49-F238E27FC236}">
                <a16:creationId xmlns:a16="http://schemas.microsoft.com/office/drawing/2014/main" id="{7256B910-46FF-2473-9191-6F8E7A099C47}"/>
              </a:ext>
            </a:extLst>
          </p:cNvPr>
          <p:cNvSpPr>
            <a:spLocks noGrp="1"/>
          </p:cNvSpPr>
          <p:nvPr>
            <p:ph type="body" sz="quarter" idx="24" hasCustomPrompt="1"/>
          </p:nvPr>
        </p:nvSpPr>
        <p:spPr>
          <a:xfrm>
            <a:off x="1088147" y="4688746"/>
            <a:ext cx="3013591" cy="465118"/>
          </a:xfrm>
        </p:spPr>
        <p:txBody>
          <a:bodyPr lIns="360000" tIns="72000" rIns="360000">
            <a:spAutoFit/>
          </a:bodyPr>
          <a:lstStyle>
            <a:lvl1pPr marL="0" indent="0" algn="ctr">
              <a:lnSpc>
                <a:spcPct val="110000"/>
              </a:lnSpc>
              <a:spcBef>
                <a:spcPts val="0"/>
              </a:spcBef>
              <a:buNone/>
              <a:defRPr sz="1200" b="0" i="0">
                <a:solidFill>
                  <a:schemeClr val="bg1"/>
                </a:solidFill>
                <a:latin typeface="+mn-lt"/>
              </a:defRPr>
            </a:lvl1pPr>
            <a:lvl2pPr marL="0" indent="0" algn="ctr">
              <a:lnSpc>
                <a:spcPct val="110000"/>
              </a:lnSpc>
              <a:spcBef>
                <a:spcPts val="0"/>
              </a:spcBef>
              <a:buFont typeface="Arial" panose="020B0604020202020204" pitchFamily="34" charset="0"/>
              <a:buNone/>
              <a:defRPr sz="12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39" name="Image 2">
            <a:extLst>
              <a:ext uri="{FF2B5EF4-FFF2-40B4-BE49-F238E27FC236}">
                <a16:creationId xmlns:a16="http://schemas.microsoft.com/office/drawing/2014/main" id="{B538B689-7B66-C894-A7D8-BF7EEE842975}"/>
              </a:ext>
            </a:extLst>
          </p:cNvPr>
          <p:cNvSpPr>
            <a:spLocks noGrp="1" noRot="1" noMove="1" noResize="1" noEditPoints="1" noAdjustHandles="1" noChangeArrowheads="1" noChangeShapeType="1"/>
          </p:cNvSpPr>
          <p:nvPr>
            <p:ph type="pic" sz="quarter" idx="30" hasCustomPrompt="1"/>
          </p:nvPr>
        </p:nvSpPr>
        <p:spPr>
          <a:xfrm>
            <a:off x="4311967" y="540000"/>
            <a:ext cx="3568064" cy="3686400"/>
          </a:xfrm>
          <a:custGeom>
            <a:avLst/>
            <a:gdLst>
              <a:gd name="connsiteX0" fmla="*/ 253050 w 3567600"/>
              <a:gd name="connsiteY0" fmla="*/ 0 h 3686400"/>
              <a:gd name="connsiteX1" fmla="*/ 3314550 w 3567600"/>
              <a:gd name="connsiteY1" fmla="*/ 0 h 3686400"/>
              <a:gd name="connsiteX2" fmla="*/ 3567600 w 3567600"/>
              <a:gd name="connsiteY2" fmla="*/ 253050 h 3686400"/>
              <a:gd name="connsiteX3" fmla="*/ 3567600 w 3567600"/>
              <a:gd name="connsiteY3" fmla="*/ 3686400 h 3686400"/>
              <a:gd name="connsiteX4" fmla="*/ 0 w 3567600"/>
              <a:gd name="connsiteY4" fmla="*/ 3686400 h 3686400"/>
              <a:gd name="connsiteX5" fmla="*/ 0 w 3567600"/>
              <a:gd name="connsiteY5" fmla="*/ 253050 h 3686400"/>
              <a:gd name="connsiteX6" fmla="*/ 253050 w 3567600"/>
              <a:gd name="connsiteY6" fmla="*/ 0 h 36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7600" h="3686400">
                <a:moveTo>
                  <a:pt x="253050" y="0"/>
                </a:moveTo>
                <a:lnTo>
                  <a:pt x="3314550" y="0"/>
                </a:lnTo>
                <a:cubicBezTo>
                  <a:pt x="3454306" y="0"/>
                  <a:pt x="3567600" y="113294"/>
                  <a:pt x="3567600" y="253050"/>
                </a:cubicBezTo>
                <a:lnTo>
                  <a:pt x="3567600" y="3686400"/>
                </a:lnTo>
                <a:lnTo>
                  <a:pt x="0" y="3686400"/>
                </a:lnTo>
                <a:lnTo>
                  <a:pt x="0" y="253050"/>
                </a:lnTo>
                <a:cubicBezTo>
                  <a:pt x="0" y="113294"/>
                  <a:pt x="113294" y="0"/>
                  <a:pt x="253050"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2</a:t>
            </a:r>
          </a:p>
        </p:txBody>
      </p:sp>
      <p:sp>
        <p:nvSpPr>
          <p:cNvPr id="28" name="Card Title 2">
            <a:extLst>
              <a:ext uri="{FF2B5EF4-FFF2-40B4-BE49-F238E27FC236}">
                <a16:creationId xmlns:a16="http://schemas.microsoft.com/office/drawing/2014/main" id="{EDBD39A7-8C48-88E8-32E2-D5EDAFD57088}"/>
              </a:ext>
            </a:extLst>
          </p:cNvPr>
          <p:cNvSpPr>
            <a:spLocks noGrp="1"/>
          </p:cNvSpPr>
          <p:nvPr>
            <p:ph type="body" sz="quarter" idx="28" hasCustomPrompt="1"/>
          </p:nvPr>
        </p:nvSpPr>
        <p:spPr>
          <a:xfrm>
            <a:off x="4311259" y="4584561"/>
            <a:ext cx="3569481" cy="387798"/>
          </a:xfrm>
        </p:spPr>
        <p:txBody>
          <a:bodyPr wrap="square" lIns="360000" rIns="360000">
            <a:spAutoFit/>
          </a:bodyPr>
          <a:lstStyle>
            <a:lvl1pPr marL="0" indent="0" algn="ctr">
              <a:lnSpc>
                <a:spcPct val="90000"/>
              </a:lnSpc>
              <a:spcBef>
                <a:spcPts val="0"/>
              </a:spcBef>
              <a:buNone/>
              <a:defRPr sz="28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9" name="Text 2">
            <a:extLst>
              <a:ext uri="{FF2B5EF4-FFF2-40B4-BE49-F238E27FC236}">
                <a16:creationId xmlns:a16="http://schemas.microsoft.com/office/drawing/2014/main" id="{B14F490F-2AAA-C579-9C22-18E3F1FAB151}"/>
              </a:ext>
            </a:extLst>
          </p:cNvPr>
          <p:cNvSpPr>
            <a:spLocks noGrp="1"/>
          </p:cNvSpPr>
          <p:nvPr>
            <p:ph type="body" sz="quarter" idx="29" hasCustomPrompt="1"/>
          </p:nvPr>
        </p:nvSpPr>
        <p:spPr>
          <a:xfrm>
            <a:off x="4311259" y="4977432"/>
            <a:ext cx="3569481" cy="530521"/>
          </a:xfrm>
        </p:spPr>
        <p:txBody>
          <a:bodyPr wrap="square" lIns="360000" tIns="72000" rIns="360000">
            <a:spAutoFit/>
          </a:bodyPr>
          <a:lstStyle>
            <a:lvl1pPr marL="0" indent="0" algn="ctr">
              <a:lnSpc>
                <a:spcPct val="110000"/>
              </a:lnSpc>
              <a:spcBef>
                <a:spcPts val="0"/>
              </a:spcBef>
              <a:buNone/>
              <a:defRPr sz="1400" b="0" i="0">
                <a:solidFill>
                  <a:schemeClr val="bg1"/>
                </a:solidFill>
                <a:latin typeface="+mn-lt"/>
              </a:defRPr>
            </a:lvl1pPr>
            <a:lvl2pPr marL="0" indent="0" algn="ctr">
              <a:lnSpc>
                <a:spcPct val="110000"/>
              </a:lnSpc>
              <a:spcBef>
                <a:spcPts val="0"/>
              </a:spcBef>
              <a:buFont typeface="Arial" panose="020B0604020202020204" pitchFamily="34" charset="0"/>
              <a:buNone/>
              <a:defRPr sz="14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41" name="Image 3">
            <a:extLst>
              <a:ext uri="{FF2B5EF4-FFF2-40B4-BE49-F238E27FC236}">
                <a16:creationId xmlns:a16="http://schemas.microsoft.com/office/drawing/2014/main" id="{9472DD20-051F-AADC-8DD1-8690BDCE7D5F}"/>
              </a:ext>
            </a:extLst>
          </p:cNvPr>
          <p:cNvSpPr>
            <a:spLocks noGrp="1" noRot="1" noMove="1" noResize="1" noEditPoints="1" noAdjustHandles="1" noChangeArrowheads="1" noChangeShapeType="1"/>
          </p:cNvSpPr>
          <p:nvPr>
            <p:ph type="pic" sz="quarter" idx="31" hasCustomPrompt="1"/>
          </p:nvPr>
        </p:nvSpPr>
        <p:spPr>
          <a:xfrm>
            <a:off x="8092377" y="1191872"/>
            <a:ext cx="3014760" cy="3034528"/>
          </a:xfrm>
          <a:custGeom>
            <a:avLst/>
            <a:gdLst>
              <a:gd name="connsiteX0" fmla="*/ 213809 w 3014368"/>
              <a:gd name="connsiteY0" fmla="*/ 0 h 3034528"/>
              <a:gd name="connsiteX1" fmla="*/ 2800559 w 3014368"/>
              <a:gd name="connsiteY1" fmla="*/ 0 h 3034528"/>
              <a:gd name="connsiteX2" fmla="*/ 3014368 w 3014368"/>
              <a:gd name="connsiteY2" fmla="*/ 213809 h 3034528"/>
              <a:gd name="connsiteX3" fmla="*/ 3014368 w 3014368"/>
              <a:gd name="connsiteY3" fmla="*/ 3034528 h 3034528"/>
              <a:gd name="connsiteX4" fmla="*/ 0 w 3014368"/>
              <a:gd name="connsiteY4" fmla="*/ 3034528 h 3034528"/>
              <a:gd name="connsiteX5" fmla="*/ 0 w 3014368"/>
              <a:gd name="connsiteY5" fmla="*/ 213809 h 3034528"/>
              <a:gd name="connsiteX6" fmla="*/ 213809 w 3014368"/>
              <a:gd name="connsiteY6" fmla="*/ 0 h 303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4368" h="3034528">
                <a:moveTo>
                  <a:pt x="213809" y="0"/>
                </a:moveTo>
                <a:lnTo>
                  <a:pt x="2800559" y="0"/>
                </a:lnTo>
                <a:cubicBezTo>
                  <a:pt x="2918642" y="0"/>
                  <a:pt x="3014368" y="95726"/>
                  <a:pt x="3014368" y="213809"/>
                </a:cubicBezTo>
                <a:lnTo>
                  <a:pt x="3014368" y="3034528"/>
                </a:lnTo>
                <a:lnTo>
                  <a:pt x="0" y="3034528"/>
                </a:lnTo>
                <a:lnTo>
                  <a:pt x="0" y="213809"/>
                </a:lnTo>
                <a:cubicBezTo>
                  <a:pt x="0" y="95726"/>
                  <a:pt x="95726" y="0"/>
                  <a:pt x="213809"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3</a:t>
            </a:r>
          </a:p>
        </p:txBody>
      </p:sp>
      <p:sp>
        <p:nvSpPr>
          <p:cNvPr id="22" name="Card Title 3">
            <a:extLst>
              <a:ext uri="{FF2B5EF4-FFF2-40B4-BE49-F238E27FC236}">
                <a16:creationId xmlns:a16="http://schemas.microsoft.com/office/drawing/2014/main" id="{598F07C3-8939-0589-7223-A411B20B99AD}"/>
              </a:ext>
            </a:extLst>
          </p:cNvPr>
          <p:cNvSpPr>
            <a:spLocks noGrp="1"/>
          </p:cNvSpPr>
          <p:nvPr>
            <p:ph type="body" sz="quarter" idx="21" hasCustomPrompt="1"/>
          </p:nvPr>
        </p:nvSpPr>
        <p:spPr>
          <a:xfrm>
            <a:off x="8092962" y="4409517"/>
            <a:ext cx="3013591" cy="276999"/>
          </a:xfrm>
        </p:spPr>
        <p:txBody>
          <a:bodyPr lIns="360000" rIns="360000">
            <a:spAutoFit/>
          </a:bodyPr>
          <a:lstStyle>
            <a:lvl1pPr marL="0" indent="0" algn="ctr">
              <a:lnSpc>
                <a:spcPct val="90000"/>
              </a:lnSpc>
              <a:spcBef>
                <a:spcPts val="0"/>
              </a:spcBef>
              <a:buNone/>
              <a:defRPr sz="2000" b="1" i="0">
                <a:solidFill>
                  <a:schemeClr val="bg1"/>
                </a:solidFill>
                <a:latin typeface="+mj-lt"/>
              </a:defRPr>
            </a:lvl1pPr>
            <a:lvl2pPr marL="0" indent="0" algn="ctr">
              <a:lnSpc>
                <a:spcPct val="100000"/>
              </a:lnSpc>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7" name="Text 3">
            <a:extLst>
              <a:ext uri="{FF2B5EF4-FFF2-40B4-BE49-F238E27FC236}">
                <a16:creationId xmlns:a16="http://schemas.microsoft.com/office/drawing/2014/main" id="{6F141E99-2701-AA17-93FD-00F62FB699B5}"/>
              </a:ext>
            </a:extLst>
          </p:cNvPr>
          <p:cNvSpPr>
            <a:spLocks noGrp="1"/>
          </p:cNvSpPr>
          <p:nvPr>
            <p:ph type="body" sz="quarter" idx="26" hasCustomPrompt="1"/>
          </p:nvPr>
        </p:nvSpPr>
        <p:spPr>
          <a:xfrm>
            <a:off x="8092962" y="4688746"/>
            <a:ext cx="3013591" cy="465118"/>
          </a:xfrm>
        </p:spPr>
        <p:txBody>
          <a:bodyPr lIns="360000" tIns="72000" rIns="360000">
            <a:spAutoFit/>
          </a:bodyPr>
          <a:lstStyle>
            <a:lvl1pPr marL="0" indent="0" algn="ctr">
              <a:lnSpc>
                <a:spcPct val="110000"/>
              </a:lnSpc>
              <a:spcBef>
                <a:spcPts val="0"/>
              </a:spcBef>
              <a:buNone/>
              <a:defRPr sz="1200" b="0" i="0">
                <a:solidFill>
                  <a:schemeClr val="bg1"/>
                </a:solidFill>
                <a:latin typeface="+mn-lt"/>
              </a:defRPr>
            </a:lvl1pPr>
            <a:lvl2pPr marL="0" indent="0" algn="ctr">
              <a:lnSpc>
                <a:spcPct val="110000"/>
              </a:lnSpc>
              <a:spcBef>
                <a:spcPts val="0"/>
              </a:spcBef>
              <a:buFont typeface="Arial" panose="020B0604020202020204" pitchFamily="34" charset="0"/>
              <a:buNone/>
              <a:defRPr sz="12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43" name="Image 4">
            <a:extLst>
              <a:ext uri="{FF2B5EF4-FFF2-40B4-BE49-F238E27FC236}">
                <a16:creationId xmlns:a16="http://schemas.microsoft.com/office/drawing/2014/main" id="{EE9A1C44-9CEA-B295-5A41-91EE01504091}"/>
              </a:ext>
            </a:extLst>
          </p:cNvPr>
          <p:cNvSpPr>
            <a:spLocks noGrp="1" noRot="1" noMove="1" noResize="1" noEditPoints="1" noAdjustHandles="1" noChangeArrowheads="1" noChangeShapeType="1"/>
          </p:cNvSpPr>
          <p:nvPr>
            <p:ph type="pic" sz="quarter" idx="33" hasCustomPrompt="1"/>
          </p:nvPr>
        </p:nvSpPr>
        <p:spPr>
          <a:xfrm>
            <a:off x="-2148368" y="1625625"/>
            <a:ext cx="3014760" cy="3016800"/>
          </a:xfrm>
          <a:custGeom>
            <a:avLst/>
            <a:gdLst>
              <a:gd name="connsiteX0" fmla="*/ 165248 w 3014368"/>
              <a:gd name="connsiteY0" fmla="*/ 0 h 3016800"/>
              <a:gd name="connsiteX1" fmla="*/ 2849120 w 3014368"/>
              <a:gd name="connsiteY1" fmla="*/ 0 h 3016800"/>
              <a:gd name="connsiteX2" fmla="*/ 3014368 w 3014368"/>
              <a:gd name="connsiteY2" fmla="*/ 165248 h 3016800"/>
              <a:gd name="connsiteX3" fmla="*/ 3014368 w 3014368"/>
              <a:gd name="connsiteY3" fmla="*/ 3016800 h 3016800"/>
              <a:gd name="connsiteX4" fmla="*/ 0 w 3014368"/>
              <a:gd name="connsiteY4" fmla="*/ 3016800 h 3016800"/>
              <a:gd name="connsiteX5" fmla="*/ 0 w 3014368"/>
              <a:gd name="connsiteY5" fmla="*/ 165248 h 3016800"/>
              <a:gd name="connsiteX6" fmla="*/ 165248 w 3014368"/>
              <a:gd name="connsiteY6" fmla="*/ 0 h 301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4368" h="3016800">
                <a:moveTo>
                  <a:pt x="165248" y="0"/>
                </a:moveTo>
                <a:lnTo>
                  <a:pt x="2849120" y="0"/>
                </a:lnTo>
                <a:cubicBezTo>
                  <a:pt x="2940384" y="0"/>
                  <a:pt x="3014368" y="73984"/>
                  <a:pt x="3014368" y="165248"/>
                </a:cubicBezTo>
                <a:lnTo>
                  <a:pt x="3014368" y="3016800"/>
                </a:lnTo>
                <a:lnTo>
                  <a:pt x="0" y="3016800"/>
                </a:lnTo>
                <a:lnTo>
                  <a:pt x="0" y="165248"/>
                </a:lnTo>
                <a:cubicBezTo>
                  <a:pt x="0" y="73984"/>
                  <a:pt x="73984" y="0"/>
                  <a:pt x="165248" y="0"/>
                </a:cubicBezTo>
                <a:close/>
              </a:path>
            </a:pathLst>
          </a:custGeom>
          <a:noFill/>
        </p:spPr>
        <p:txBody>
          <a:bodyPr wrap="square" lIns="72000" tIns="360000" rIns="72000">
            <a:noAutofit/>
          </a:bodyPr>
          <a:lstStyle>
            <a:lvl1pPr marL="0" indent="0" algn="r">
              <a:buNone/>
              <a:defRPr sz="1200">
                <a:solidFill>
                  <a:schemeClr val="bg1"/>
                </a:solidFill>
              </a:defRPr>
            </a:lvl1pPr>
          </a:lstStyle>
          <a:p>
            <a:r>
              <a:rPr lang="nb"/>
              <a:t>Bilde 4</a:t>
            </a:r>
          </a:p>
        </p:txBody>
      </p:sp>
      <p:sp>
        <p:nvSpPr>
          <p:cNvPr id="45" name="Image 5">
            <a:extLst>
              <a:ext uri="{FF2B5EF4-FFF2-40B4-BE49-F238E27FC236}">
                <a16:creationId xmlns:a16="http://schemas.microsoft.com/office/drawing/2014/main" id="{D972DE10-1098-EE16-B8DC-3397AD74E985}"/>
              </a:ext>
            </a:extLst>
          </p:cNvPr>
          <p:cNvSpPr>
            <a:spLocks noGrp="1" noRot="1" noMove="1" noResize="1" noEditPoints="1" noAdjustHandles="1" noChangeArrowheads="1" noChangeShapeType="1"/>
          </p:cNvSpPr>
          <p:nvPr>
            <p:ph type="pic" sz="quarter" idx="32" hasCustomPrompt="1"/>
          </p:nvPr>
        </p:nvSpPr>
        <p:spPr>
          <a:xfrm>
            <a:off x="11325608" y="1628775"/>
            <a:ext cx="3014760" cy="3009163"/>
          </a:xfrm>
          <a:custGeom>
            <a:avLst/>
            <a:gdLst>
              <a:gd name="connsiteX0" fmla="*/ 165248 w 3014368"/>
              <a:gd name="connsiteY0" fmla="*/ 0 h 3009163"/>
              <a:gd name="connsiteX1" fmla="*/ 2849120 w 3014368"/>
              <a:gd name="connsiteY1" fmla="*/ 0 h 3009163"/>
              <a:gd name="connsiteX2" fmla="*/ 3014368 w 3014368"/>
              <a:gd name="connsiteY2" fmla="*/ 165248 h 3009163"/>
              <a:gd name="connsiteX3" fmla="*/ 3014368 w 3014368"/>
              <a:gd name="connsiteY3" fmla="*/ 3009163 h 3009163"/>
              <a:gd name="connsiteX4" fmla="*/ 0 w 3014368"/>
              <a:gd name="connsiteY4" fmla="*/ 3009163 h 3009163"/>
              <a:gd name="connsiteX5" fmla="*/ 0 w 3014368"/>
              <a:gd name="connsiteY5" fmla="*/ 165248 h 3009163"/>
              <a:gd name="connsiteX6" fmla="*/ 165248 w 3014368"/>
              <a:gd name="connsiteY6" fmla="*/ 0 h 300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4368" h="3009163">
                <a:moveTo>
                  <a:pt x="165248" y="0"/>
                </a:moveTo>
                <a:lnTo>
                  <a:pt x="2849120" y="0"/>
                </a:lnTo>
                <a:cubicBezTo>
                  <a:pt x="2940384" y="0"/>
                  <a:pt x="3014368" y="73984"/>
                  <a:pt x="3014368" y="165248"/>
                </a:cubicBezTo>
                <a:lnTo>
                  <a:pt x="3014368" y="3009163"/>
                </a:lnTo>
                <a:lnTo>
                  <a:pt x="0" y="3009163"/>
                </a:lnTo>
                <a:lnTo>
                  <a:pt x="0" y="165248"/>
                </a:lnTo>
                <a:cubicBezTo>
                  <a:pt x="0" y="73984"/>
                  <a:pt x="73984" y="0"/>
                  <a:pt x="165248" y="0"/>
                </a:cubicBezTo>
                <a:close/>
              </a:path>
            </a:pathLst>
          </a:custGeom>
          <a:noFill/>
        </p:spPr>
        <p:txBody>
          <a:bodyPr wrap="square" lIns="72000" tIns="360000" rIns="72000">
            <a:noAutofit/>
          </a:bodyPr>
          <a:lstStyle>
            <a:lvl1pPr marL="0" indent="0" algn="l">
              <a:buNone/>
              <a:defRPr sz="1200">
                <a:solidFill>
                  <a:schemeClr val="bg1"/>
                </a:solidFill>
              </a:defRPr>
            </a:lvl1pPr>
          </a:lstStyle>
          <a:p>
            <a:r>
              <a:rPr lang="nb"/>
              <a:t>Bilde 5</a:t>
            </a:r>
          </a:p>
        </p:txBody>
      </p:sp>
      <p:sp>
        <p:nvSpPr>
          <p:cNvPr id="5" name="Date Placeholder 4">
            <a:extLst>
              <a:ext uri="{FF2B5EF4-FFF2-40B4-BE49-F238E27FC236}">
                <a16:creationId xmlns:a16="http://schemas.microsoft.com/office/drawing/2014/main" id="{75893F36-5B6A-F9EA-4DF9-C8724807F282}"/>
              </a:ext>
            </a:extLst>
          </p:cNvPr>
          <p:cNvSpPr>
            <a:spLocks noGrp="1"/>
          </p:cNvSpPr>
          <p:nvPr>
            <p:ph type="dt" sz="half" idx="34"/>
          </p:nvPr>
        </p:nvSpPr>
        <p:spPr/>
        <p:txBody>
          <a:bodyPr/>
          <a:lstStyle/>
          <a:p>
            <a:fld id="{9FAA757E-4A7C-6941-8DD2-9985673B1D3A}" type="datetime1">
              <a:rPr lang="nb-NO" smtClean="0"/>
              <a:t>23.01.2026</a:t>
            </a:fld>
            <a:endParaRPr lang="en-GB"/>
          </a:p>
        </p:txBody>
      </p:sp>
    </p:spTree>
    <p:extLst>
      <p:ext uri="{BB962C8B-B14F-4D97-AF65-F5344CB8AC3E}">
        <p14:creationId xmlns:p14="http://schemas.microsoft.com/office/powerpoint/2010/main" val="7259644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ards 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A0C23-5FAE-E135-3F41-0CDF3026BFAC}"/>
              </a:ext>
            </a:extLst>
          </p:cNvPr>
          <p:cNvSpPr>
            <a:spLocks noGrp="1"/>
          </p:cNvSpPr>
          <p:nvPr>
            <p:ph type="title" hasCustomPrompt="1"/>
          </p:nvPr>
        </p:nvSpPr>
        <p:spPr/>
        <p:txBody>
          <a:bodyPr/>
          <a:lstStyle/>
          <a:p>
            <a:r>
              <a:rPr lang="nb" dirty="0"/>
              <a:t>Klikk for å redigere</a:t>
            </a:r>
            <a:endParaRPr lang="nb-NO" dirty="0"/>
          </a:p>
        </p:txBody>
      </p:sp>
      <p:sp>
        <p:nvSpPr>
          <p:cNvPr id="11" name="Form 1">
            <a:extLst>
              <a:ext uri="{FF2B5EF4-FFF2-40B4-BE49-F238E27FC236}">
                <a16:creationId xmlns:a16="http://schemas.microsoft.com/office/drawing/2014/main" id="{AE21D1F5-2BD5-EC6A-2B03-0A347F4E104E}"/>
              </a:ext>
              <a:ext uri="{C183D7F6-B498-43B3-948B-1728B52AA6E4}">
                <adec:decorative xmlns:adec="http://schemas.microsoft.com/office/drawing/2017/decorative" val="1"/>
              </a:ext>
            </a:extLst>
          </p:cNvPr>
          <p:cNvSpPr/>
          <p:nvPr userDrawn="1"/>
        </p:nvSpPr>
        <p:spPr>
          <a:xfrm>
            <a:off x="541410" y="4218450"/>
            <a:ext cx="3571200" cy="2102962"/>
          </a:xfrm>
          <a:prstGeom prst="round2SameRect">
            <a:avLst>
              <a:gd name="adj1" fmla="val 0"/>
              <a:gd name="adj2" fmla="val 1194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14" name="Form 2">
            <a:extLst>
              <a:ext uri="{FF2B5EF4-FFF2-40B4-BE49-F238E27FC236}">
                <a16:creationId xmlns:a16="http://schemas.microsoft.com/office/drawing/2014/main" id="{205D9756-C712-6801-4208-500B83F921F8}"/>
              </a:ext>
              <a:ext uri="{C183D7F6-B498-43B3-948B-1728B52AA6E4}">
                <adec:decorative xmlns:adec="http://schemas.microsoft.com/office/drawing/2017/decorative" val="1"/>
              </a:ext>
            </a:extLst>
          </p:cNvPr>
          <p:cNvSpPr>
            <a:spLocks/>
          </p:cNvSpPr>
          <p:nvPr userDrawn="1"/>
        </p:nvSpPr>
        <p:spPr>
          <a:xfrm>
            <a:off x="4309540" y="4218450"/>
            <a:ext cx="3571200" cy="2102962"/>
          </a:xfrm>
          <a:prstGeom prst="round2SameRect">
            <a:avLst>
              <a:gd name="adj1" fmla="val 0"/>
              <a:gd name="adj2" fmla="val 1194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17" name="Form 3">
            <a:extLst>
              <a:ext uri="{FF2B5EF4-FFF2-40B4-BE49-F238E27FC236}">
                <a16:creationId xmlns:a16="http://schemas.microsoft.com/office/drawing/2014/main" id="{723AE2CE-3A3C-075B-C55E-F45FF905F6FF}"/>
              </a:ext>
              <a:ext uri="{C183D7F6-B498-43B3-948B-1728B52AA6E4}">
                <adec:decorative xmlns:adec="http://schemas.microsoft.com/office/drawing/2017/decorative" val="1"/>
              </a:ext>
            </a:extLst>
          </p:cNvPr>
          <p:cNvSpPr/>
          <p:nvPr userDrawn="1"/>
        </p:nvSpPr>
        <p:spPr>
          <a:xfrm>
            <a:off x="8081105" y="4218450"/>
            <a:ext cx="3571200" cy="2102962"/>
          </a:xfrm>
          <a:prstGeom prst="round2SameRect">
            <a:avLst>
              <a:gd name="adj1" fmla="val 0"/>
              <a:gd name="adj2" fmla="val 1194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27" name="Picture Placeholder 26">
            <a:extLst>
              <a:ext uri="{FF2B5EF4-FFF2-40B4-BE49-F238E27FC236}">
                <a16:creationId xmlns:a16="http://schemas.microsoft.com/office/drawing/2014/main" id="{C5800836-9DAC-37B2-E714-C037F88D504E}"/>
              </a:ext>
            </a:extLst>
          </p:cNvPr>
          <p:cNvSpPr>
            <a:spLocks noGrp="1" noRot="1" noMove="1" noResize="1" noEditPoints="1" noAdjustHandles="1" noChangeArrowheads="1" noChangeShapeType="1"/>
          </p:cNvSpPr>
          <p:nvPr>
            <p:ph type="pic" sz="quarter" idx="12" hasCustomPrompt="1"/>
          </p:nvPr>
        </p:nvSpPr>
        <p:spPr>
          <a:xfrm>
            <a:off x="541410" y="2003804"/>
            <a:ext cx="3571200" cy="2390399"/>
          </a:xfrm>
          <a:custGeom>
            <a:avLst/>
            <a:gdLst>
              <a:gd name="connsiteX0" fmla="*/ 255363 w 3569021"/>
              <a:gd name="connsiteY0" fmla="*/ 0 h 2390399"/>
              <a:gd name="connsiteX1" fmla="*/ 3313658 w 3569021"/>
              <a:gd name="connsiteY1" fmla="*/ 0 h 2390399"/>
              <a:gd name="connsiteX2" fmla="*/ 3569021 w 3569021"/>
              <a:gd name="connsiteY2" fmla="*/ 255363 h 2390399"/>
              <a:gd name="connsiteX3" fmla="*/ 3569021 w 3569021"/>
              <a:gd name="connsiteY3" fmla="*/ 2390399 h 2390399"/>
              <a:gd name="connsiteX4" fmla="*/ 0 w 3569021"/>
              <a:gd name="connsiteY4" fmla="*/ 2390399 h 2390399"/>
              <a:gd name="connsiteX5" fmla="*/ 0 w 3569021"/>
              <a:gd name="connsiteY5" fmla="*/ 255363 h 2390399"/>
              <a:gd name="connsiteX6" fmla="*/ 255363 w 3569021"/>
              <a:gd name="connsiteY6" fmla="*/ 0 h 239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9021" h="2390399">
                <a:moveTo>
                  <a:pt x="255363" y="0"/>
                </a:moveTo>
                <a:lnTo>
                  <a:pt x="3313658" y="0"/>
                </a:lnTo>
                <a:cubicBezTo>
                  <a:pt x="3454691" y="0"/>
                  <a:pt x="3569021" y="114330"/>
                  <a:pt x="3569021" y="255363"/>
                </a:cubicBezTo>
                <a:lnTo>
                  <a:pt x="3569021" y="2390399"/>
                </a:lnTo>
                <a:lnTo>
                  <a:pt x="0" y="2390399"/>
                </a:lnTo>
                <a:lnTo>
                  <a:pt x="0" y="255363"/>
                </a:lnTo>
                <a:cubicBezTo>
                  <a:pt x="0" y="114330"/>
                  <a:pt x="114330" y="0"/>
                  <a:pt x="255363"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1</a:t>
            </a:r>
          </a:p>
        </p:txBody>
      </p:sp>
      <p:sp>
        <p:nvSpPr>
          <p:cNvPr id="9" name="Card Title 1">
            <a:extLst>
              <a:ext uri="{FF2B5EF4-FFF2-40B4-BE49-F238E27FC236}">
                <a16:creationId xmlns:a16="http://schemas.microsoft.com/office/drawing/2014/main" id="{98C28AB7-B72D-BD11-BF20-A7C31B7C44D2}"/>
              </a:ext>
            </a:extLst>
          </p:cNvPr>
          <p:cNvSpPr>
            <a:spLocks noGrp="1"/>
          </p:cNvSpPr>
          <p:nvPr>
            <p:ph type="body" sz="quarter" idx="20" hasCustomPrompt="1"/>
          </p:nvPr>
        </p:nvSpPr>
        <p:spPr>
          <a:xfrm>
            <a:off x="545989" y="4700434"/>
            <a:ext cx="3560328" cy="276999"/>
          </a:xfrm>
        </p:spPr>
        <p:txBody>
          <a:bodyPr wrap="square" lIns="360000" rIns="360000">
            <a:spAutoFit/>
          </a:bodyPr>
          <a:lstStyle>
            <a:lvl1pPr marL="0" indent="0" algn="l">
              <a:lnSpc>
                <a:spcPct val="90000"/>
              </a:lnSpc>
              <a:spcBef>
                <a:spcPts val="0"/>
              </a:spcBef>
              <a:buNone/>
              <a:defRPr sz="20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10" name="Text 1">
            <a:extLst>
              <a:ext uri="{FF2B5EF4-FFF2-40B4-BE49-F238E27FC236}">
                <a16:creationId xmlns:a16="http://schemas.microsoft.com/office/drawing/2014/main" id="{6E88913F-9222-5E48-CBF6-EFABC06FC2E3}"/>
              </a:ext>
            </a:extLst>
          </p:cNvPr>
          <p:cNvSpPr>
            <a:spLocks noGrp="1"/>
          </p:cNvSpPr>
          <p:nvPr>
            <p:ph type="body" sz="quarter" idx="24" hasCustomPrompt="1"/>
          </p:nvPr>
        </p:nvSpPr>
        <p:spPr>
          <a:xfrm>
            <a:off x="545989" y="4977433"/>
            <a:ext cx="3560328" cy="465118"/>
          </a:xfrm>
        </p:spPr>
        <p:txBody>
          <a:bodyPr wrap="square" lIns="360000" tIns="72000" rIns="360000">
            <a:spAutoFit/>
          </a:bodyPr>
          <a:lstStyle>
            <a:lvl1pPr marL="0" indent="0" algn="l">
              <a:lnSpc>
                <a:spcPct val="110000"/>
              </a:lnSpc>
              <a:spcBef>
                <a:spcPts val="0"/>
              </a:spcBef>
              <a:buNone/>
              <a:defRPr sz="1200" b="0" i="0">
                <a:solidFill>
                  <a:schemeClr val="bg1"/>
                </a:solidFill>
                <a:latin typeface="+mn-lt"/>
              </a:defRPr>
            </a:lvl1pPr>
            <a:lvl2pPr marL="0" indent="0" algn="l">
              <a:lnSpc>
                <a:spcPct val="110000"/>
              </a:lnSpc>
              <a:spcBef>
                <a:spcPts val="0"/>
              </a:spcBef>
              <a:buFont typeface="Arial" panose="020B0604020202020204" pitchFamily="34" charset="0"/>
              <a:buNone/>
              <a:defRPr sz="12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28" name="Picture Placeholder 27">
            <a:extLst>
              <a:ext uri="{FF2B5EF4-FFF2-40B4-BE49-F238E27FC236}">
                <a16:creationId xmlns:a16="http://schemas.microsoft.com/office/drawing/2014/main" id="{4A44531E-3706-FB46-65E5-417E396A5D95}"/>
              </a:ext>
            </a:extLst>
          </p:cNvPr>
          <p:cNvSpPr>
            <a:spLocks noGrp="1"/>
          </p:cNvSpPr>
          <p:nvPr>
            <p:ph type="pic" sz="quarter" idx="27" hasCustomPrompt="1"/>
          </p:nvPr>
        </p:nvSpPr>
        <p:spPr>
          <a:xfrm>
            <a:off x="4309540" y="2003804"/>
            <a:ext cx="3569481" cy="2369773"/>
          </a:xfrm>
          <a:custGeom>
            <a:avLst/>
            <a:gdLst>
              <a:gd name="connsiteX0" fmla="*/ 255363 w 3569016"/>
              <a:gd name="connsiteY0" fmla="*/ 0 h 2369773"/>
              <a:gd name="connsiteX1" fmla="*/ 3313653 w 3569016"/>
              <a:gd name="connsiteY1" fmla="*/ 0 h 2369773"/>
              <a:gd name="connsiteX2" fmla="*/ 3569016 w 3569016"/>
              <a:gd name="connsiteY2" fmla="*/ 255363 h 2369773"/>
              <a:gd name="connsiteX3" fmla="*/ 3569016 w 3569016"/>
              <a:gd name="connsiteY3" fmla="*/ 2369773 h 2369773"/>
              <a:gd name="connsiteX4" fmla="*/ 0 w 3569016"/>
              <a:gd name="connsiteY4" fmla="*/ 2369773 h 2369773"/>
              <a:gd name="connsiteX5" fmla="*/ 0 w 3569016"/>
              <a:gd name="connsiteY5" fmla="*/ 255363 h 2369773"/>
              <a:gd name="connsiteX6" fmla="*/ 255363 w 3569016"/>
              <a:gd name="connsiteY6" fmla="*/ 0 h 236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9016" h="2369773">
                <a:moveTo>
                  <a:pt x="255363" y="0"/>
                </a:moveTo>
                <a:lnTo>
                  <a:pt x="3313653" y="0"/>
                </a:lnTo>
                <a:cubicBezTo>
                  <a:pt x="3454686" y="0"/>
                  <a:pt x="3569016" y="114330"/>
                  <a:pt x="3569016" y="255363"/>
                </a:cubicBezTo>
                <a:lnTo>
                  <a:pt x="3569016" y="2369773"/>
                </a:lnTo>
                <a:lnTo>
                  <a:pt x="0" y="2369773"/>
                </a:lnTo>
                <a:lnTo>
                  <a:pt x="0" y="255363"/>
                </a:lnTo>
                <a:cubicBezTo>
                  <a:pt x="0" y="114330"/>
                  <a:pt x="114330" y="0"/>
                  <a:pt x="255363"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2</a:t>
            </a:r>
          </a:p>
        </p:txBody>
      </p:sp>
      <p:sp>
        <p:nvSpPr>
          <p:cNvPr id="12" name="Card Title 2">
            <a:extLst>
              <a:ext uri="{FF2B5EF4-FFF2-40B4-BE49-F238E27FC236}">
                <a16:creationId xmlns:a16="http://schemas.microsoft.com/office/drawing/2014/main" id="{5BA6D557-6889-E2EA-A180-0F5F9EFDAA1C}"/>
              </a:ext>
            </a:extLst>
          </p:cNvPr>
          <p:cNvSpPr>
            <a:spLocks noGrp="1"/>
          </p:cNvSpPr>
          <p:nvPr>
            <p:ph type="body" sz="quarter" idx="28" hasCustomPrompt="1"/>
          </p:nvPr>
        </p:nvSpPr>
        <p:spPr>
          <a:xfrm>
            <a:off x="4309540" y="4700434"/>
            <a:ext cx="3569481" cy="276999"/>
          </a:xfrm>
        </p:spPr>
        <p:txBody>
          <a:bodyPr wrap="square" lIns="360000" rIns="360000">
            <a:spAutoFit/>
          </a:bodyPr>
          <a:lstStyle>
            <a:lvl1pPr marL="0" indent="0" algn="l">
              <a:lnSpc>
                <a:spcPct val="90000"/>
              </a:lnSpc>
              <a:spcBef>
                <a:spcPts val="0"/>
              </a:spcBef>
              <a:buFont typeface="Arial" panose="020B0604020202020204" pitchFamily="34" charset="0"/>
              <a:buNone/>
              <a:defRPr sz="20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13" name="Text 2">
            <a:extLst>
              <a:ext uri="{FF2B5EF4-FFF2-40B4-BE49-F238E27FC236}">
                <a16:creationId xmlns:a16="http://schemas.microsoft.com/office/drawing/2014/main" id="{77D52F34-39F9-1FB3-7551-7C893F60CFA5}"/>
              </a:ext>
            </a:extLst>
          </p:cNvPr>
          <p:cNvSpPr>
            <a:spLocks noGrp="1"/>
          </p:cNvSpPr>
          <p:nvPr>
            <p:ph type="body" sz="quarter" idx="29" hasCustomPrompt="1"/>
          </p:nvPr>
        </p:nvSpPr>
        <p:spPr>
          <a:xfrm>
            <a:off x="4309540" y="4977433"/>
            <a:ext cx="3569481" cy="465118"/>
          </a:xfrm>
        </p:spPr>
        <p:txBody>
          <a:bodyPr wrap="square" lIns="360000" tIns="72000" rIns="360000">
            <a:spAutoFit/>
          </a:bodyPr>
          <a:lstStyle>
            <a:lvl1pPr marL="0" indent="0" algn="l">
              <a:lnSpc>
                <a:spcPct val="110000"/>
              </a:lnSpc>
              <a:spcBef>
                <a:spcPts val="0"/>
              </a:spcBef>
              <a:buFont typeface="Arial" panose="020B0604020202020204" pitchFamily="34" charset="0"/>
              <a:buNone/>
              <a:defRPr sz="1200" b="0" i="0">
                <a:solidFill>
                  <a:schemeClr val="bg1"/>
                </a:solidFill>
                <a:latin typeface="+mn-lt"/>
              </a:defRPr>
            </a:lvl1pPr>
            <a:lvl2pPr marL="0" indent="0" algn="l">
              <a:lnSpc>
                <a:spcPct val="110000"/>
              </a:lnSpc>
              <a:spcBef>
                <a:spcPts val="0"/>
              </a:spcBef>
              <a:buFont typeface="Arial" panose="020B0604020202020204" pitchFamily="34" charset="0"/>
              <a:buNone/>
              <a:defRPr sz="1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29" name="Picture Placeholder 28">
            <a:extLst>
              <a:ext uri="{FF2B5EF4-FFF2-40B4-BE49-F238E27FC236}">
                <a16:creationId xmlns:a16="http://schemas.microsoft.com/office/drawing/2014/main" id="{538B383B-DBAC-8569-2139-E74605AD67B2}"/>
              </a:ext>
            </a:extLst>
          </p:cNvPr>
          <p:cNvSpPr>
            <a:spLocks noGrp="1" noRot="1" noMove="1" noResize="1" noEditPoints="1" noAdjustHandles="1" noChangeArrowheads="1" noChangeShapeType="1"/>
          </p:cNvSpPr>
          <p:nvPr>
            <p:ph type="pic" sz="quarter" idx="30" hasCustomPrompt="1"/>
          </p:nvPr>
        </p:nvSpPr>
        <p:spPr>
          <a:xfrm>
            <a:off x="8081105" y="2003804"/>
            <a:ext cx="3571200" cy="2369773"/>
          </a:xfrm>
          <a:custGeom>
            <a:avLst/>
            <a:gdLst>
              <a:gd name="connsiteX0" fmla="*/ 255363 w 3569021"/>
              <a:gd name="connsiteY0" fmla="*/ 0 h 2369773"/>
              <a:gd name="connsiteX1" fmla="*/ 3313658 w 3569021"/>
              <a:gd name="connsiteY1" fmla="*/ 0 h 2369773"/>
              <a:gd name="connsiteX2" fmla="*/ 3569021 w 3569021"/>
              <a:gd name="connsiteY2" fmla="*/ 255363 h 2369773"/>
              <a:gd name="connsiteX3" fmla="*/ 3569021 w 3569021"/>
              <a:gd name="connsiteY3" fmla="*/ 2369773 h 2369773"/>
              <a:gd name="connsiteX4" fmla="*/ 0 w 3569021"/>
              <a:gd name="connsiteY4" fmla="*/ 2369773 h 2369773"/>
              <a:gd name="connsiteX5" fmla="*/ 0 w 3569021"/>
              <a:gd name="connsiteY5" fmla="*/ 255363 h 2369773"/>
              <a:gd name="connsiteX6" fmla="*/ 255363 w 3569021"/>
              <a:gd name="connsiteY6" fmla="*/ 0 h 236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9021" h="2369773">
                <a:moveTo>
                  <a:pt x="255363" y="0"/>
                </a:moveTo>
                <a:lnTo>
                  <a:pt x="3313658" y="0"/>
                </a:lnTo>
                <a:cubicBezTo>
                  <a:pt x="3454691" y="0"/>
                  <a:pt x="3569021" y="114330"/>
                  <a:pt x="3569021" y="255363"/>
                </a:cubicBezTo>
                <a:lnTo>
                  <a:pt x="3569021" y="2369773"/>
                </a:lnTo>
                <a:lnTo>
                  <a:pt x="0" y="2369773"/>
                </a:lnTo>
                <a:lnTo>
                  <a:pt x="0" y="255363"/>
                </a:lnTo>
                <a:cubicBezTo>
                  <a:pt x="0" y="114330"/>
                  <a:pt x="114330" y="0"/>
                  <a:pt x="255363"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3</a:t>
            </a:r>
          </a:p>
        </p:txBody>
      </p:sp>
      <p:sp>
        <p:nvSpPr>
          <p:cNvPr id="15" name="Card Title 3">
            <a:extLst>
              <a:ext uri="{FF2B5EF4-FFF2-40B4-BE49-F238E27FC236}">
                <a16:creationId xmlns:a16="http://schemas.microsoft.com/office/drawing/2014/main" id="{8D9E2659-1FB7-CD10-4CEA-5F2683402025}"/>
              </a:ext>
            </a:extLst>
          </p:cNvPr>
          <p:cNvSpPr>
            <a:spLocks noGrp="1"/>
          </p:cNvSpPr>
          <p:nvPr>
            <p:ph type="body" sz="quarter" idx="21" hasCustomPrompt="1"/>
          </p:nvPr>
        </p:nvSpPr>
        <p:spPr>
          <a:xfrm>
            <a:off x="8087034" y="4700434"/>
            <a:ext cx="3557629" cy="276999"/>
          </a:xfrm>
        </p:spPr>
        <p:txBody>
          <a:bodyPr wrap="square" lIns="360000" rIns="360000">
            <a:spAutoFit/>
          </a:bodyPr>
          <a:lstStyle>
            <a:lvl1pPr marL="0" indent="0" algn="l">
              <a:lnSpc>
                <a:spcPct val="90000"/>
              </a:lnSpc>
              <a:spcBef>
                <a:spcPts val="0"/>
              </a:spcBef>
              <a:buNone/>
              <a:defRPr sz="2000" b="1" i="0">
                <a:solidFill>
                  <a:schemeClr val="bg1"/>
                </a:solidFill>
                <a:latin typeface="+mj-lt"/>
              </a:defRPr>
            </a:lvl1pPr>
            <a:lvl2pPr marL="0" indent="0" algn="ctr">
              <a:lnSpc>
                <a:spcPct val="100000"/>
              </a:lnSpc>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16" name="Text 3">
            <a:extLst>
              <a:ext uri="{FF2B5EF4-FFF2-40B4-BE49-F238E27FC236}">
                <a16:creationId xmlns:a16="http://schemas.microsoft.com/office/drawing/2014/main" id="{2E9B81C8-32BC-1323-014E-2B9F46B443EF}"/>
              </a:ext>
            </a:extLst>
          </p:cNvPr>
          <p:cNvSpPr>
            <a:spLocks noGrp="1"/>
          </p:cNvSpPr>
          <p:nvPr>
            <p:ph type="body" sz="quarter" idx="26" hasCustomPrompt="1"/>
          </p:nvPr>
        </p:nvSpPr>
        <p:spPr>
          <a:xfrm>
            <a:off x="8087034" y="4977433"/>
            <a:ext cx="3557629" cy="465118"/>
          </a:xfrm>
        </p:spPr>
        <p:txBody>
          <a:bodyPr wrap="square" lIns="360000" tIns="72000" rIns="360000">
            <a:spAutoFit/>
          </a:bodyPr>
          <a:lstStyle>
            <a:lvl1pPr marL="0" indent="0" algn="l">
              <a:lnSpc>
                <a:spcPct val="110000"/>
              </a:lnSpc>
              <a:spcBef>
                <a:spcPts val="0"/>
              </a:spcBef>
              <a:buNone/>
              <a:defRPr sz="1200" b="0" i="0">
                <a:solidFill>
                  <a:schemeClr val="bg1"/>
                </a:solidFill>
                <a:latin typeface="+mn-lt"/>
              </a:defRPr>
            </a:lvl1pPr>
            <a:lvl2pPr marL="0" indent="0" algn="l">
              <a:lnSpc>
                <a:spcPct val="110000"/>
              </a:lnSpc>
              <a:spcBef>
                <a:spcPts val="0"/>
              </a:spcBef>
              <a:buFont typeface="Arial" panose="020B0604020202020204" pitchFamily="34" charset="0"/>
              <a:buNone/>
              <a:defRPr sz="12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30" name="Text Placeholder 4">
            <a:extLst>
              <a:ext uri="{FF2B5EF4-FFF2-40B4-BE49-F238E27FC236}">
                <a16:creationId xmlns:a16="http://schemas.microsoft.com/office/drawing/2014/main" id="{90113651-6267-B416-E92A-533AAE659DA4}"/>
              </a:ext>
            </a:extLst>
          </p:cNvPr>
          <p:cNvSpPr>
            <a:spLocks noGrp="1"/>
          </p:cNvSpPr>
          <p:nvPr>
            <p:ph type="body" sz="quarter" idx="16"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8" name="Date Placeholder 7">
            <a:extLst>
              <a:ext uri="{FF2B5EF4-FFF2-40B4-BE49-F238E27FC236}">
                <a16:creationId xmlns:a16="http://schemas.microsoft.com/office/drawing/2014/main" id="{52308F77-A82F-367C-A30B-5CCA6E91EE86}"/>
              </a:ext>
            </a:extLst>
          </p:cNvPr>
          <p:cNvSpPr>
            <a:spLocks noGrp="1"/>
          </p:cNvSpPr>
          <p:nvPr>
            <p:ph type="dt" sz="half" idx="31"/>
          </p:nvPr>
        </p:nvSpPr>
        <p:spPr/>
        <p:txBody>
          <a:bodyPr/>
          <a:lstStyle/>
          <a:p>
            <a:fld id="{2D7387FA-935B-3942-9F04-436B742D76BA}" type="datetime1">
              <a:rPr lang="nb-NO" smtClean="0"/>
              <a:t>23.01.2026</a:t>
            </a:fld>
            <a:endParaRPr lang="en-GB"/>
          </a:p>
        </p:txBody>
      </p:sp>
      <p:sp>
        <p:nvSpPr>
          <p:cNvPr id="3" name="Slide Number Placeholder 2">
            <a:extLst>
              <a:ext uri="{FF2B5EF4-FFF2-40B4-BE49-F238E27FC236}">
                <a16:creationId xmlns:a16="http://schemas.microsoft.com/office/drawing/2014/main" id="{EFBBB53E-5605-8CAC-338A-65A8B101D602}"/>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2F4F65DE-88B0-4770-29D6-7B18977ABBB2}"/>
              </a:ext>
            </a:extLst>
          </p:cNvPr>
          <p:cNvSpPr>
            <a:spLocks noGrp="1"/>
          </p:cNvSpPr>
          <p:nvPr>
            <p:ph type="ftr" sz="quarter" idx="11"/>
          </p:nvPr>
        </p:nvSpPr>
        <p:spPr/>
        <p:txBody>
          <a:bodyPr/>
          <a:lstStyle/>
          <a:p>
            <a:endParaRPr lang="en-GB"/>
          </a:p>
        </p:txBody>
      </p:sp>
      <p:sp>
        <p:nvSpPr>
          <p:cNvPr id="5" name="TekstSylinder 50">
            <a:extLst>
              <a:ext uri="{FF2B5EF4-FFF2-40B4-BE49-F238E27FC236}">
                <a16:creationId xmlns:a16="http://schemas.microsoft.com/office/drawing/2014/main" id="{5E1EBF08-C947-7DBA-5E7A-9AC9D9BACAF9}"/>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1050872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ards">
    <p:bg>
      <p:bgRef idx="1001">
        <a:schemeClr val="bg2"/>
      </p:bgRef>
    </p:bg>
    <p:spTree>
      <p:nvGrpSpPr>
        <p:cNvPr id="1" name=""/>
        <p:cNvGrpSpPr/>
        <p:nvPr/>
      </p:nvGrpSpPr>
      <p:grpSpPr>
        <a:xfrm>
          <a:off x="0" y="0"/>
          <a:ext cx="0" cy="0"/>
          <a:chOff x="0" y="0"/>
          <a:chExt cx="0" cy="0"/>
        </a:xfrm>
      </p:grpSpPr>
      <p:sp>
        <p:nvSpPr>
          <p:cNvPr id="10" name="!!Form 1">
            <a:extLst>
              <a:ext uri="{FF2B5EF4-FFF2-40B4-BE49-F238E27FC236}">
                <a16:creationId xmlns:a16="http://schemas.microsoft.com/office/drawing/2014/main" id="{BF870914-9EDF-D799-187F-F659B6328668}"/>
              </a:ext>
              <a:ext uri="{C183D7F6-B498-43B3-948B-1728B52AA6E4}">
                <adec:decorative xmlns:adec="http://schemas.microsoft.com/office/drawing/2017/decorative" val="1"/>
              </a:ext>
            </a:extLst>
          </p:cNvPr>
          <p:cNvSpPr>
            <a:spLocks/>
          </p:cNvSpPr>
          <p:nvPr userDrawn="1"/>
        </p:nvSpPr>
        <p:spPr>
          <a:xfrm>
            <a:off x="541410" y="4218450"/>
            <a:ext cx="3571200" cy="2102962"/>
          </a:xfrm>
          <a:prstGeom prst="round2SameRect">
            <a:avLst>
              <a:gd name="adj1" fmla="val 0"/>
              <a:gd name="adj2" fmla="val 1194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11" name="!!Form 2">
            <a:extLst>
              <a:ext uri="{FF2B5EF4-FFF2-40B4-BE49-F238E27FC236}">
                <a16:creationId xmlns:a16="http://schemas.microsoft.com/office/drawing/2014/main" id="{7FC41C89-EA1F-5908-C6CE-A46F13F772A1}"/>
              </a:ext>
              <a:ext uri="{C183D7F6-B498-43B3-948B-1728B52AA6E4}">
                <adec:decorative xmlns:adec="http://schemas.microsoft.com/office/drawing/2017/decorative" val="1"/>
              </a:ext>
            </a:extLst>
          </p:cNvPr>
          <p:cNvSpPr>
            <a:spLocks/>
          </p:cNvSpPr>
          <p:nvPr userDrawn="1"/>
        </p:nvSpPr>
        <p:spPr>
          <a:xfrm>
            <a:off x="4309540" y="4218450"/>
            <a:ext cx="3571200" cy="2102962"/>
          </a:xfrm>
          <a:prstGeom prst="round2SameRect">
            <a:avLst>
              <a:gd name="adj1" fmla="val 0"/>
              <a:gd name="adj2" fmla="val 1194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12" name="!!Form 3">
            <a:extLst>
              <a:ext uri="{FF2B5EF4-FFF2-40B4-BE49-F238E27FC236}">
                <a16:creationId xmlns:a16="http://schemas.microsoft.com/office/drawing/2014/main" id="{B67A9F4C-1408-C8B6-1109-1875F8578C7E}"/>
              </a:ext>
              <a:ext uri="{C183D7F6-B498-43B3-948B-1728B52AA6E4}">
                <adec:decorative xmlns:adec="http://schemas.microsoft.com/office/drawing/2017/decorative" val="1"/>
              </a:ext>
            </a:extLst>
          </p:cNvPr>
          <p:cNvSpPr>
            <a:spLocks/>
          </p:cNvSpPr>
          <p:nvPr userDrawn="1"/>
        </p:nvSpPr>
        <p:spPr>
          <a:xfrm>
            <a:off x="8081105" y="4218450"/>
            <a:ext cx="3571200" cy="2102962"/>
          </a:xfrm>
          <a:prstGeom prst="round2SameRect">
            <a:avLst>
              <a:gd name="adj1" fmla="val 0"/>
              <a:gd name="adj2" fmla="val 1194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13" name="Image 1">
            <a:extLst>
              <a:ext uri="{FF2B5EF4-FFF2-40B4-BE49-F238E27FC236}">
                <a16:creationId xmlns:a16="http://schemas.microsoft.com/office/drawing/2014/main" id="{BF4E8175-5EAF-C4E1-98D2-C0267DA8469F}"/>
              </a:ext>
            </a:extLst>
          </p:cNvPr>
          <p:cNvSpPr>
            <a:spLocks noGrp="1"/>
          </p:cNvSpPr>
          <p:nvPr>
            <p:ph type="pic" sz="quarter" idx="12" hasCustomPrompt="1"/>
          </p:nvPr>
        </p:nvSpPr>
        <p:spPr>
          <a:xfrm>
            <a:off x="541410" y="540001"/>
            <a:ext cx="3569486" cy="3686400"/>
          </a:xfrm>
          <a:prstGeom prst="round2SameRect">
            <a:avLst>
              <a:gd name="adj1" fmla="val 7155"/>
              <a:gd name="adj2" fmla="val 0"/>
            </a:avLst>
          </a:prstGeom>
          <a:solidFill>
            <a:schemeClr val="tx2"/>
          </a:solidFill>
        </p:spPr>
        <p:txBody>
          <a:bodyPr tIns="360000"/>
          <a:lstStyle>
            <a:lvl1pPr marL="0" indent="0" algn="ctr">
              <a:buNone/>
              <a:defRPr sz="1200">
                <a:solidFill>
                  <a:schemeClr val="bg1"/>
                </a:solidFill>
              </a:defRPr>
            </a:lvl1pPr>
          </a:lstStyle>
          <a:p>
            <a:r>
              <a:rPr lang="nb"/>
              <a:t>Bilde 1</a:t>
            </a:r>
          </a:p>
        </p:txBody>
      </p:sp>
      <p:sp>
        <p:nvSpPr>
          <p:cNvPr id="2" name="Card Title 1">
            <a:extLst>
              <a:ext uri="{FF2B5EF4-FFF2-40B4-BE49-F238E27FC236}">
                <a16:creationId xmlns:a16="http://schemas.microsoft.com/office/drawing/2014/main" id="{BD352953-9D57-0A70-9D30-B67A54662C77}"/>
              </a:ext>
            </a:extLst>
          </p:cNvPr>
          <p:cNvSpPr>
            <a:spLocks noGrp="1"/>
          </p:cNvSpPr>
          <p:nvPr>
            <p:ph type="body" sz="quarter" idx="20" hasCustomPrompt="1"/>
          </p:nvPr>
        </p:nvSpPr>
        <p:spPr>
          <a:xfrm>
            <a:off x="541410" y="4584561"/>
            <a:ext cx="3560328" cy="387798"/>
          </a:xfrm>
        </p:spPr>
        <p:txBody>
          <a:bodyPr wrap="square" lIns="360000" rIns="360000">
            <a:spAutoFit/>
          </a:bodyPr>
          <a:lstStyle>
            <a:lvl1pPr marL="0" indent="0" algn="l">
              <a:lnSpc>
                <a:spcPct val="90000"/>
              </a:lnSpc>
              <a:spcBef>
                <a:spcPts val="0"/>
              </a:spcBef>
              <a:buNone/>
              <a:defRPr sz="28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5" name="Text 1">
            <a:extLst>
              <a:ext uri="{FF2B5EF4-FFF2-40B4-BE49-F238E27FC236}">
                <a16:creationId xmlns:a16="http://schemas.microsoft.com/office/drawing/2014/main" id="{40296459-B7D6-BC14-4BBF-F71827182BAE}"/>
              </a:ext>
            </a:extLst>
          </p:cNvPr>
          <p:cNvSpPr>
            <a:spLocks noGrp="1"/>
          </p:cNvSpPr>
          <p:nvPr>
            <p:ph type="body" sz="quarter" idx="24" hasCustomPrompt="1"/>
          </p:nvPr>
        </p:nvSpPr>
        <p:spPr>
          <a:xfrm>
            <a:off x="541410" y="4977432"/>
            <a:ext cx="3560328" cy="530521"/>
          </a:xfrm>
        </p:spPr>
        <p:txBody>
          <a:bodyPr wrap="square" lIns="360000" tIns="72000" rIns="360000">
            <a:spAutoFit/>
          </a:bodyPr>
          <a:lstStyle>
            <a:lvl1pPr marL="0" indent="0" algn="l">
              <a:lnSpc>
                <a:spcPct val="110000"/>
              </a:lnSpc>
              <a:spcBef>
                <a:spcPts val="0"/>
              </a:spcBef>
              <a:buNone/>
              <a:defRPr sz="1400" b="0" i="0">
                <a:solidFill>
                  <a:schemeClr val="bg1"/>
                </a:solidFill>
                <a:latin typeface="+mn-lt"/>
              </a:defRPr>
            </a:lvl1pPr>
            <a:lvl2pPr marL="0" indent="0" algn="l">
              <a:lnSpc>
                <a:spcPct val="110000"/>
              </a:lnSpc>
              <a:spcBef>
                <a:spcPts val="0"/>
              </a:spcBef>
              <a:buFont typeface="Arial" panose="020B0604020202020204" pitchFamily="34" charset="0"/>
              <a:buNone/>
              <a:defRPr sz="14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8" name="Image 2">
            <a:extLst>
              <a:ext uri="{FF2B5EF4-FFF2-40B4-BE49-F238E27FC236}">
                <a16:creationId xmlns:a16="http://schemas.microsoft.com/office/drawing/2014/main" id="{539F1F1F-AE41-EA56-480A-FBBABAB1188A}"/>
              </a:ext>
            </a:extLst>
          </p:cNvPr>
          <p:cNvSpPr>
            <a:spLocks noGrp="1"/>
          </p:cNvSpPr>
          <p:nvPr>
            <p:ph type="pic" sz="quarter" idx="27" hasCustomPrompt="1"/>
          </p:nvPr>
        </p:nvSpPr>
        <p:spPr>
          <a:xfrm>
            <a:off x="4309540" y="540001"/>
            <a:ext cx="3569481" cy="3686400"/>
          </a:xfrm>
          <a:prstGeom prst="round2SameRect">
            <a:avLst>
              <a:gd name="adj1" fmla="val 7155"/>
              <a:gd name="adj2" fmla="val 0"/>
            </a:avLst>
          </a:prstGeom>
          <a:solidFill>
            <a:schemeClr val="tx2"/>
          </a:solidFill>
        </p:spPr>
        <p:txBody>
          <a:bodyPr tIns="360000"/>
          <a:lstStyle>
            <a:lvl1pPr marL="0" indent="0" algn="ctr">
              <a:buNone/>
              <a:defRPr sz="1200">
                <a:solidFill>
                  <a:schemeClr val="bg1"/>
                </a:solidFill>
              </a:defRPr>
            </a:lvl1pPr>
          </a:lstStyle>
          <a:p>
            <a:r>
              <a:rPr lang="nb"/>
              <a:t>Bilde 2</a:t>
            </a:r>
          </a:p>
        </p:txBody>
      </p:sp>
      <p:sp>
        <p:nvSpPr>
          <p:cNvPr id="18" name="Card Title 2">
            <a:extLst>
              <a:ext uri="{FF2B5EF4-FFF2-40B4-BE49-F238E27FC236}">
                <a16:creationId xmlns:a16="http://schemas.microsoft.com/office/drawing/2014/main" id="{DEE0D4B3-1E06-9B84-D5E5-EB7472DB0F56}"/>
              </a:ext>
            </a:extLst>
          </p:cNvPr>
          <p:cNvSpPr>
            <a:spLocks noGrp="1"/>
          </p:cNvSpPr>
          <p:nvPr>
            <p:ph type="body" sz="quarter" idx="28" hasCustomPrompt="1"/>
          </p:nvPr>
        </p:nvSpPr>
        <p:spPr>
          <a:xfrm>
            <a:off x="4309540" y="4584561"/>
            <a:ext cx="3569481" cy="387798"/>
          </a:xfrm>
        </p:spPr>
        <p:txBody>
          <a:bodyPr wrap="square" lIns="360000" rIns="360000">
            <a:spAutoFit/>
          </a:bodyPr>
          <a:lstStyle>
            <a:lvl1pPr marL="0" indent="0" algn="l">
              <a:lnSpc>
                <a:spcPct val="90000"/>
              </a:lnSpc>
              <a:spcBef>
                <a:spcPts val="0"/>
              </a:spcBef>
              <a:buFont typeface="Arial" panose="020B0604020202020204" pitchFamily="34" charset="0"/>
              <a:buNone/>
              <a:defRPr sz="28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19" name="Text 2">
            <a:extLst>
              <a:ext uri="{FF2B5EF4-FFF2-40B4-BE49-F238E27FC236}">
                <a16:creationId xmlns:a16="http://schemas.microsoft.com/office/drawing/2014/main" id="{3CB0CD72-9720-F40C-1A8A-27E8E6BEC23B}"/>
              </a:ext>
            </a:extLst>
          </p:cNvPr>
          <p:cNvSpPr>
            <a:spLocks noGrp="1"/>
          </p:cNvSpPr>
          <p:nvPr>
            <p:ph type="body" sz="quarter" idx="29" hasCustomPrompt="1"/>
          </p:nvPr>
        </p:nvSpPr>
        <p:spPr>
          <a:xfrm>
            <a:off x="4309540" y="4977432"/>
            <a:ext cx="3569481" cy="530521"/>
          </a:xfrm>
        </p:spPr>
        <p:txBody>
          <a:bodyPr wrap="square" lIns="360000" tIns="72000" rIns="360000">
            <a:spAutoFit/>
          </a:bodyPr>
          <a:lstStyle>
            <a:lvl1pPr marL="0" indent="0" algn="l">
              <a:lnSpc>
                <a:spcPct val="110000"/>
              </a:lnSpc>
              <a:spcBef>
                <a:spcPts val="0"/>
              </a:spcBef>
              <a:buFont typeface="Arial" panose="020B0604020202020204" pitchFamily="34" charset="0"/>
              <a:buNone/>
              <a:defRPr sz="1400" b="0" i="0">
                <a:solidFill>
                  <a:schemeClr val="bg1"/>
                </a:solidFill>
                <a:latin typeface="+mn-lt"/>
              </a:defRPr>
            </a:lvl1pPr>
            <a:lvl2pPr marL="0" indent="0" algn="l">
              <a:lnSpc>
                <a:spcPct val="110000"/>
              </a:lnSpc>
              <a:spcBef>
                <a:spcPts val="0"/>
              </a:spcBef>
              <a:buFont typeface="Arial" panose="020B0604020202020204" pitchFamily="34" charset="0"/>
              <a:buNone/>
              <a:defRPr sz="14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16" name="Image 3">
            <a:extLst>
              <a:ext uri="{FF2B5EF4-FFF2-40B4-BE49-F238E27FC236}">
                <a16:creationId xmlns:a16="http://schemas.microsoft.com/office/drawing/2014/main" id="{9E58CE8C-09A5-A2C7-8966-9385B35B648B}"/>
              </a:ext>
            </a:extLst>
          </p:cNvPr>
          <p:cNvSpPr>
            <a:spLocks noGrp="1"/>
          </p:cNvSpPr>
          <p:nvPr>
            <p:ph type="pic" sz="quarter" idx="30" hasCustomPrompt="1"/>
          </p:nvPr>
        </p:nvSpPr>
        <p:spPr>
          <a:xfrm>
            <a:off x="8081105" y="540001"/>
            <a:ext cx="3569486" cy="3686400"/>
          </a:xfrm>
          <a:prstGeom prst="round2SameRect">
            <a:avLst>
              <a:gd name="adj1" fmla="val 7155"/>
              <a:gd name="adj2" fmla="val 0"/>
            </a:avLst>
          </a:prstGeom>
          <a:solidFill>
            <a:schemeClr val="tx2"/>
          </a:solidFill>
        </p:spPr>
        <p:txBody>
          <a:bodyPr tIns="360000"/>
          <a:lstStyle>
            <a:lvl1pPr marL="0" indent="0" algn="ctr">
              <a:buNone/>
              <a:defRPr sz="1200">
                <a:solidFill>
                  <a:schemeClr val="bg1"/>
                </a:solidFill>
              </a:defRPr>
            </a:lvl1pPr>
          </a:lstStyle>
          <a:p>
            <a:r>
              <a:rPr lang="nb"/>
              <a:t>Bilde 3</a:t>
            </a:r>
          </a:p>
        </p:txBody>
      </p:sp>
      <p:sp>
        <p:nvSpPr>
          <p:cNvPr id="6" name="Card Title 3">
            <a:extLst>
              <a:ext uri="{FF2B5EF4-FFF2-40B4-BE49-F238E27FC236}">
                <a16:creationId xmlns:a16="http://schemas.microsoft.com/office/drawing/2014/main" id="{8DE9D201-354A-7FBD-D1BE-AFD8403E9714}"/>
              </a:ext>
            </a:extLst>
          </p:cNvPr>
          <p:cNvSpPr>
            <a:spLocks noGrp="1"/>
          </p:cNvSpPr>
          <p:nvPr>
            <p:ph type="body" sz="quarter" idx="21" hasCustomPrompt="1"/>
          </p:nvPr>
        </p:nvSpPr>
        <p:spPr>
          <a:xfrm>
            <a:off x="8081105" y="4584561"/>
            <a:ext cx="3557629" cy="387798"/>
          </a:xfrm>
        </p:spPr>
        <p:txBody>
          <a:bodyPr wrap="square" lIns="360000" rIns="360000">
            <a:spAutoFit/>
          </a:bodyPr>
          <a:lstStyle>
            <a:lvl1pPr marL="0" indent="0" algn="l">
              <a:lnSpc>
                <a:spcPct val="90000"/>
              </a:lnSpc>
              <a:spcBef>
                <a:spcPts val="0"/>
              </a:spcBef>
              <a:buNone/>
              <a:defRPr sz="2800" b="1" i="0">
                <a:solidFill>
                  <a:schemeClr val="bg1"/>
                </a:solidFill>
                <a:latin typeface="+mj-lt"/>
              </a:defRPr>
            </a:lvl1pPr>
            <a:lvl2pPr marL="0" indent="0" algn="ctr">
              <a:lnSpc>
                <a:spcPct val="100000"/>
              </a:lnSpc>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7" name="Text 3">
            <a:extLst>
              <a:ext uri="{FF2B5EF4-FFF2-40B4-BE49-F238E27FC236}">
                <a16:creationId xmlns:a16="http://schemas.microsoft.com/office/drawing/2014/main" id="{7CAB51F6-2FF1-0AEB-32E8-05C0F0DC466E}"/>
              </a:ext>
            </a:extLst>
          </p:cNvPr>
          <p:cNvSpPr>
            <a:spLocks noGrp="1"/>
          </p:cNvSpPr>
          <p:nvPr>
            <p:ph type="body" sz="quarter" idx="26" hasCustomPrompt="1"/>
          </p:nvPr>
        </p:nvSpPr>
        <p:spPr>
          <a:xfrm>
            <a:off x="8081105" y="4977432"/>
            <a:ext cx="3557629" cy="530521"/>
          </a:xfrm>
        </p:spPr>
        <p:txBody>
          <a:bodyPr wrap="square" lIns="360000" tIns="72000" rIns="360000">
            <a:spAutoFit/>
          </a:bodyPr>
          <a:lstStyle>
            <a:lvl1pPr marL="0" indent="0" algn="l">
              <a:lnSpc>
                <a:spcPct val="110000"/>
              </a:lnSpc>
              <a:spcBef>
                <a:spcPts val="0"/>
              </a:spcBef>
              <a:buNone/>
              <a:defRPr sz="1400" b="0" i="0">
                <a:solidFill>
                  <a:schemeClr val="bg1"/>
                </a:solidFill>
                <a:latin typeface="+mn-lt"/>
              </a:defRPr>
            </a:lvl1pPr>
            <a:lvl2pPr marL="0" indent="0" algn="l">
              <a:lnSpc>
                <a:spcPct val="110000"/>
              </a:lnSpc>
              <a:spcBef>
                <a:spcPts val="0"/>
              </a:spcBef>
              <a:buFont typeface="Arial" panose="020B0604020202020204" pitchFamily="34" charset="0"/>
              <a:buNone/>
              <a:defRPr sz="14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3" name="Slide Number Placeholder 2">
            <a:extLst>
              <a:ext uri="{FF2B5EF4-FFF2-40B4-BE49-F238E27FC236}">
                <a16:creationId xmlns:a16="http://schemas.microsoft.com/office/drawing/2014/main" id="{C690B788-9DAD-CFA5-0BCB-A01A8E22829B}"/>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3C5C8A53-162E-7A3F-543D-343E14BD99EE}"/>
              </a:ext>
            </a:extLst>
          </p:cNvPr>
          <p:cNvSpPr>
            <a:spLocks noGrp="1"/>
          </p:cNvSpPr>
          <p:nvPr>
            <p:ph type="ftr" sz="quarter" idx="11"/>
          </p:nvPr>
        </p:nvSpPr>
        <p:spPr/>
        <p:txBody>
          <a:bodyPr/>
          <a:lstStyle/>
          <a:p>
            <a:endParaRPr lang="en-GB"/>
          </a:p>
        </p:txBody>
      </p:sp>
      <p:sp>
        <p:nvSpPr>
          <p:cNvPr id="9" name="Date Placeholder 8">
            <a:extLst>
              <a:ext uri="{FF2B5EF4-FFF2-40B4-BE49-F238E27FC236}">
                <a16:creationId xmlns:a16="http://schemas.microsoft.com/office/drawing/2014/main" id="{8E25A9DB-C34C-3DB2-49C0-38317B8F4991}"/>
              </a:ext>
            </a:extLst>
          </p:cNvPr>
          <p:cNvSpPr>
            <a:spLocks noGrp="1"/>
          </p:cNvSpPr>
          <p:nvPr>
            <p:ph type="dt" sz="half" idx="31"/>
          </p:nvPr>
        </p:nvSpPr>
        <p:spPr/>
        <p:txBody>
          <a:bodyPr/>
          <a:lstStyle/>
          <a:p>
            <a:fld id="{BFE81E57-EE26-9047-B0ED-37948D954AEA}" type="datetime1">
              <a:rPr lang="nb-NO" smtClean="0"/>
              <a:t>23.01.2026</a:t>
            </a:fld>
            <a:endParaRPr lang="en-GB"/>
          </a:p>
        </p:txBody>
      </p:sp>
      <p:sp>
        <p:nvSpPr>
          <p:cNvPr id="14" name="TekstSylinder 50">
            <a:extLst>
              <a:ext uri="{FF2B5EF4-FFF2-40B4-BE49-F238E27FC236}">
                <a16:creationId xmlns:a16="http://schemas.microsoft.com/office/drawing/2014/main" id="{CA73271C-13A9-115F-1460-957E91C33112}"/>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6901578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ards 1">
    <p:bg>
      <p:bgRef idx="1001">
        <a:schemeClr val="bg2"/>
      </p:bgRef>
    </p:bg>
    <p:spTree>
      <p:nvGrpSpPr>
        <p:cNvPr id="1" name=""/>
        <p:cNvGrpSpPr/>
        <p:nvPr/>
      </p:nvGrpSpPr>
      <p:grpSpPr>
        <a:xfrm>
          <a:off x="0" y="0"/>
          <a:ext cx="0" cy="0"/>
          <a:chOff x="0" y="0"/>
          <a:chExt cx="0" cy="0"/>
        </a:xfrm>
      </p:grpSpPr>
      <p:sp>
        <p:nvSpPr>
          <p:cNvPr id="2" name="!!Form 1">
            <a:extLst>
              <a:ext uri="{FF2B5EF4-FFF2-40B4-BE49-F238E27FC236}">
                <a16:creationId xmlns:a16="http://schemas.microsoft.com/office/drawing/2014/main" id="{D93C994E-400F-15E3-37C1-0B64325996A9}"/>
              </a:ext>
              <a:ext uri="{C183D7F6-B498-43B3-948B-1728B52AA6E4}">
                <adec:decorative xmlns:adec="http://schemas.microsoft.com/office/drawing/2017/decorative" val="1"/>
              </a:ext>
            </a:extLst>
          </p:cNvPr>
          <p:cNvSpPr>
            <a:spLocks/>
          </p:cNvSpPr>
          <p:nvPr userDrawn="1"/>
        </p:nvSpPr>
        <p:spPr>
          <a:xfrm>
            <a:off x="1099256" y="4218450"/>
            <a:ext cx="3571200" cy="2102962"/>
          </a:xfrm>
          <a:prstGeom prst="round2SameRect">
            <a:avLst>
              <a:gd name="adj1" fmla="val 0"/>
              <a:gd name="adj2" fmla="val 1194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7" name="!!Form 2">
            <a:extLst>
              <a:ext uri="{FF2B5EF4-FFF2-40B4-BE49-F238E27FC236}">
                <a16:creationId xmlns:a16="http://schemas.microsoft.com/office/drawing/2014/main" id="{99AA62DC-2F89-71B3-FBD1-BBC7023365D6}"/>
              </a:ext>
              <a:ext uri="{C183D7F6-B498-43B3-948B-1728B52AA6E4}">
                <adec:decorative xmlns:adec="http://schemas.microsoft.com/office/drawing/2017/decorative" val="1"/>
              </a:ext>
            </a:extLst>
          </p:cNvPr>
          <p:cNvSpPr/>
          <p:nvPr userDrawn="1"/>
        </p:nvSpPr>
        <p:spPr>
          <a:xfrm>
            <a:off x="4873346" y="4218448"/>
            <a:ext cx="3013007" cy="1447680"/>
          </a:xfrm>
          <a:prstGeom prst="round2SameRect">
            <a:avLst>
              <a:gd name="adj1" fmla="val 0"/>
              <a:gd name="adj2" fmla="val 14139"/>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9" name="!!Form 3">
            <a:extLst>
              <a:ext uri="{FF2B5EF4-FFF2-40B4-BE49-F238E27FC236}">
                <a16:creationId xmlns:a16="http://schemas.microsoft.com/office/drawing/2014/main" id="{3F8594FD-18AD-67F3-522F-A4EB078BBD1F}"/>
              </a:ext>
              <a:ext uri="{C183D7F6-B498-43B3-948B-1728B52AA6E4}">
                <adec:decorative xmlns:adec="http://schemas.microsoft.com/office/drawing/2017/decorative" val="1"/>
              </a:ext>
            </a:extLst>
          </p:cNvPr>
          <p:cNvSpPr/>
          <p:nvPr userDrawn="1"/>
        </p:nvSpPr>
        <p:spPr>
          <a:xfrm>
            <a:off x="8092962" y="4218448"/>
            <a:ext cx="3013007" cy="1447679"/>
          </a:xfrm>
          <a:prstGeom prst="round2SameRect">
            <a:avLst>
              <a:gd name="adj1" fmla="val 0"/>
              <a:gd name="adj2" fmla="val 13751"/>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3" name="Slide Number Placeholder 2">
            <a:extLst>
              <a:ext uri="{FF2B5EF4-FFF2-40B4-BE49-F238E27FC236}">
                <a16:creationId xmlns:a16="http://schemas.microsoft.com/office/drawing/2014/main" id="{C690B788-9DAD-CFA5-0BCB-A01A8E22829B}"/>
              </a:ext>
              <a:ext uri="{C183D7F6-B498-43B3-948B-1728B52AA6E4}">
                <adec:decorative xmlns:adec="http://schemas.microsoft.com/office/drawing/2017/decorative" val="1"/>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3C5C8A53-162E-7A3F-543D-343E14BD99EE}"/>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GB"/>
          </a:p>
        </p:txBody>
      </p:sp>
      <p:sp>
        <p:nvSpPr>
          <p:cNvPr id="8" name="Picture Placeholder 7">
            <a:extLst>
              <a:ext uri="{FF2B5EF4-FFF2-40B4-BE49-F238E27FC236}">
                <a16:creationId xmlns:a16="http://schemas.microsoft.com/office/drawing/2014/main" id="{019B073D-4E7C-4F54-4601-12DC9C862FB5}"/>
              </a:ext>
            </a:extLst>
          </p:cNvPr>
          <p:cNvSpPr>
            <a:spLocks noGrp="1"/>
          </p:cNvSpPr>
          <p:nvPr>
            <p:ph type="pic" sz="quarter" idx="12" hasCustomPrompt="1"/>
          </p:nvPr>
        </p:nvSpPr>
        <p:spPr>
          <a:xfrm>
            <a:off x="1099256" y="539999"/>
            <a:ext cx="3568064" cy="3686400"/>
          </a:xfrm>
          <a:custGeom>
            <a:avLst/>
            <a:gdLst>
              <a:gd name="connsiteX0" fmla="*/ 253050 w 3567600"/>
              <a:gd name="connsiteY0" fmla="*/ 0 h 3686400"/>
              <a:gd name="connsiteX1" fmla="*/ 3314551 w 3567600"/>
              <a:gd name="connsiteY1" fmla="*/ 0 h 3686400"/>
              <a:gd name="connsiteX2" fmla="*/ 3567600 w 3567600"/>
              <a:gd name="connsiteY2" fmla="*/ 252070 h 3686400"/>
              <a:gd name="connsiteX3" fmla="*/ 3567600 w 3567600"/>
              <a:gd name="connsiteY3" fmla="*/ 2772000 h 3686400"/>
              <a:gd name="connsiteX4" fmla="*/ 3567600 w 3567600"/>
              <a:gd name="connsiteY4" fmla="*/ 3579267 h 3686400"/>
              <a:gd name="connsiteX5" fmla="*/ 3567600 w 3567600"/>
              <a:gd name="connsiteY5" fmla="*/ 3686400 h 3686400"/>
              <a:gd name="connsiteX6" fmla="*/ 0 w 3567600"/>
              <a:gd name="connsiteY6" fmla="*/ 3686400 h 3686400"/>
              <a:gd name="connsiteX7" fmla="*/ 0 w 3567600"/>
              <a:gd name="connsiteY7" fmla="*/ 3579267 h 3686400"/>
              <a:gd name="connsiteX8" fmla="*/ 0 w 3567600"/>
              <a:gd name="connsiteY8" fmla="*/ 2772000 h 3686400"/>
              <a:gd name="connsiteX9" fmla="*/ 0 w 3567600"/>
              <a:gd name="connsiteY9" fmla="*/ 252070 h 3686400"/>
              <a:gd name="connsiteX10" fmla="*/ 253050 w 3567600"/>
              <a:gd name="connsiteY10" fmla="*/ 0 h 36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7600" h="3686400">
                <a:moveTo>
                  <a:pt x="253050" y="0"/>
                </a:moveTo>
                <a:lnTo>
                  <a:pt x="3314551" y="0"/>
                </a:lnTo>
                <a:cubicBezTo>
                  <a:pt x="3454306" y="0"/>
                  <a:pt x="3567600" y="112855"/>
                  <a:pt x="3567600" y="252070"/>
                </a:cubicBezTo>
                <a:lnTo>
                  <a:pt x="3567600" y="2772000"/>
                </a:lnTo>
                <a:lnTo>
                  <a:pt x="3567600" y="3579267"/>
                </a:lnTo>
                <a:lnTo>
                  <a:pt x="3567600" y="3686400"/>
                </a:lnTo>
                <a:lnTo>
                  <a:pt x="0" y="3686400"/>
                </a:lnTo>
                <a:lnTo>
                  <a:pt x="0" y="3579267"/>
                </a:lnTo>
                <a:lnTo>
                  <a:pt x="0" y="2772000"/>
                </a:lnTo>
                <a:lnTo>
                  <a:pt x="0" y="252070"/>
                </a:lnTo>
                <a:cubicBezTo>
                  <a:pt x="0" y="112855"/>
                  <a:pt x="113294" y="0"/>
                  <a:pt x="253050"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1</a:t>
            </a:r>
          </a:p>
        </p:txBody>
      </p:sp>
      <p:sp>
        <p:nvSpPr>
          <p:cNvPr id="21" name="Card Title 1">
            <a:extLst>
              <a:ext uri="{FF2B5EF4-FFF2-40B4-BE49-F238E27FC236}">
                <a16:creationId xmlns:a16="http://schemas.microsoft.com/office/drawing/2014/main" id="{EADAABA4-F5CB-0667-6C75-ECE0ABB02437}"/>
              </a:ext>
            </a:extLst>
          </p:cNvPr>
          <p:cNvSpPr>
            <a:spLocks noGrp="1"/>
          </p:cNvSpPr>
          <p:nvPr>
            <p:ph type="body" sz="quarter" idx="20" hasCustomPrompt="1"/>
          </p:nvPr>
        </p:nvSpPr>
        <p:spPr>
          <a:xfrm>
            <a:off x="1099256" y="4584561"/>
            <a:ext cx="3568063" cy="387798"/>
          </a:xfrm>
        </p:spPr>
        <p:txBody>
          <a:bodyPr wrap="square" lIns="360000" rIns="360000">
            <a:spAutoFit/>
          </a:bodyPr>
          <a:lstStyle>
            <a:lvl1pPr marL="0" indent="0" algn="ctr">
              <a:lnSpc>
                <a:spcPct val="90000"/>
              </a:lnSpc>
              <a:spcBef>
                <a:spcPts val="0"/>
              </a:spcBef>
              <a:buNone/>
              <a:defRPr sz="28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5" name="Text 1">
            <a:extLst>
              <a:ext uri="{FF2B5EF4-FFF2-40B4-BE49-F238E27FC236}">
                <a16:creationId xmlns:a16="http://schemas.microsoft.com/office/drawing/2014/main" id="{7256B910-46FF-2473-9191-6F8E7A099C47}"/>
              </a:ext>
            </a:extLst>
          </p:cNvPr>
          <p:cNvSpPr>
            <a:spLocks noGrp="1"/>
          </p:cNvSpPr>
          <p:nvPr>
            <p:ph type="body" sz="quarter" idx="24" hasCustomPrompt="1"/>
          </p:nvPr>
        </p:nvSpPr>
        <p:spPr>
          <a:xfrm>
            <a:off x="1099256" y="4977432"/>
            <a:ext cx="3568063" cy="530521"/>
          </a:xfrm>
        </p:spPr>
        <p:txBody>
          <a:bodyPr wrap="square" lIns="360000" tIns="72000" rIns="360000">
            <a:spAutoFit/>
          </a:bodyPr>
          <a:lstStyle>
            <a:lvl1pPr marL="0" indent="0" algn="ctr">
              <a:lnSpc>
                <a:spcPct val="110000"/>
              </a:lnSpc>
              <a:spcBef>
                <a:spcPts val="0"/>
              </a:spcBef>
              <a:buNone/>
              <a:defRPr sz="1400" b="0" i="0">
                <a:solidFill>
                  <a:schemeClr val="bg1"/>
                </a:solidFill>
                <a:latin typeface="+mn-lt"/>
              </a:defRPr>
            </a:lvl1pPr>
            <a:lvl2pPr marL="0" indent="0" algn="ctr">
              <a:lnSpc>
                <a:spcPct val="110000"/>
              </a:lnSpc>
              <a:spcBef>
                <a:spcPts val="0"/>
              </a:spcBef>
              <a:buFont typeface="Arial" panose="020B0604020202020204" pitchFamily="34" charset="0"/>
              <a:buNone/>
              <a:defRPr sz="14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13" name="Picture Placeholder 12">
            <a:extLst>
              <a:ext uri="{FF2B5EF4-FFF2-40B4-BE49-F238E27FC236}">
                <a16:creationId xmlns:a16="http://schemas.microsoft.com/office/drawing/2014/main" id="{2021E886-71D4-281C-0A55-F4E9FA1C8222}"/>
              </a:ext>
            </a:extLst>
          </p:cNvPr>
          <p:cNvSpPr>
            <a:spLocks noGrp="1" noChangeAspect="1"/>
          </p:cNvSpPr>
          <p:nvPr>
            <p:ph type="pic" sz="quarter" idx="30" hasCustomPrompt="1"/>
          </p:nvPr>
        </p:nvSpPr>
        <p:spPr>
          <a:xfrm>
            <a:off x="4873346" y="1191872"/>
            <a:ext cx="3013591" cy="3034526"/>
          </a:xfrm>
          <a:custGeom>
            <a:avLst/>
            <a:gdLst>
              <a:gd name="connsiteX0" fmla="*/ 213727 w 3013199"/>
              <a:gd name="connsiteY0" fmla="*/ 0 h 3034526"/>
              <a:gd name="connsiteX1" fmla="*/ 2799473 w 3013199"/>
              <a:gd name="connsiteY1" fmla="*/ 0 h 3034526"/>
              <a:gd name="connsiteX2" fmla="*/ 3013199 w 3013199"/>
              <a:gd name="connsiteY2" fmla="*/ 213726 h 3034526"/>
              <a:gd name="connsiteX3" fmla="*/ 3013199 w 3013199"/>
              <a:gd name="connsiteY3" fmla="*/ 3034526 h 3034526"/>
              <a:gd name="connsiteX4" fmla="*/ 0 w 3013199"/>
              <a:gd name="connsiteY4" fmla="*/ 3034526 h 3034526"/>
              <a:gd name="connsiteX5" fmla="*/ 0 w 3013199"/>
              <a:gd name="connsiteY5" fmla="*/ 213726 h 3034526"/>
              <a:gd name="connsiteX6" fmla="*/ 213727 w 3013199"/>
              <a:gd name="connsiteY6" fmla="*/ 0 h 3034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3199" h="3034526">
                <a:moveTo>
                  <a:pt x="213727" y="0"/>
                </a:moveTo>
                <a:lnTo>
                  <a:pt x="2799473" y="0"/>
                </a:lnTo>
                <a:cubicBezTo>
                  <a:pt x="2917511" y="0"/>
                  <a:pt x="3013199" y="95688"/>
                  <a:pt x="3013199" y="213726"/>
                </a:cubicBezTo>
                <a:lnTo>
                  <a:pt x="3013199" y="3034526"/>
                </a:lnTo>
                <a:lnTo>
                  <a:pt x="0" y="3034526"/>
                </a:lnTo>
                <a:lnTo>
                  <a:pt x="0" y="213726"/>
                </a:lnTo>
                <a:cubicBezTo>
                  <a:pt x="0" y="95688"/>
                  <a:pt x="95688" y="0"/>
                  <a:pt x="213727"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2</a:t>
            </a:r>
          </a:p>
        </p:txBody>
      </p:sp>
      <p:sp>
        <p:nvSpPr>
          <p:cNvPr id="28" name="Card Title 2">
            <a:extLst>
              <a:ext uri="{FF2B5EF4-FFF2-40B4-BE49-F238E27FC236}">
                <a16:creationId xmlns:a16="http://schemas.microsoft.com/office/drawing/2014/main" id="{EDBD39A7-8C48-88E8-32E2-D5EDAFD57088}"/>
              </a:ext>
            </a:extLst>
          </p:cNvPr>
          <p:cNvSpPr>
            <a:spLocks noGrp="1"/>
          </p:cNvSpPr>
          <p:nvPr>
            <p:ph type="body" sz="quarter" idx="28" hasCustomPrompt="1"/>
          </p:nvPr>
        </p:nvSpPr>
        <p:spPr>
          <a:xfrm>
            <a:off x="4873346" y="4409517"/>
            <a:ext cx="3013200" cy="276999"/>
          </a:xfrm>
        </p:spPr>
        <p:txBody>
          <a:bodyPr wrap="square" lIns="360000" rIns="360000">
            <a:spAutoFit/>
          </a:bodyPr>
          <a:lstStyle>
            <a:lvl1pPr marL="0" indent="0" algn="ctr">
              <a:lnSpc>
                <a:spcPct val="90000"/>
              </a:lnSpc>
              <a:spcBef>
                <a:spcPts val="0"/>
              </a:spcBef>
              <a:buNone/>
              <a:defRPr sz="20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9" name="Text 2">
            <a:extLst>
              <a:ext uri="{FF2B5EF4-FFF2-40B4-BE49-F238E27FC236}">
                <a16:creationId xmlns:a16="http://schemas.microsoft.com/office/drawing/2014/main" id="{B14F490F-2AAA-C579-9C22-18E3F1FAB151}"/>
              </a:ext>
            </a:extLst>
          </p:cNvPr>
          <p:cNvSpPr>
            <a:spLocks noGrp="1"/>
          </p:cNvSpPr>
          <p:nvPr>
            <p:ph type="body" sz="quarter" idx="29" hasCustomPrompt="1"/>
          </p:nvPr>
        </p:nvSpPr>
        <p:spPr>
          <a:xfrm>
            <a:off x="4873346" y="4688746"/>
            <a:ext cx="3013591" cy="465118"/>
          </a:xfrm>
        </p:spPr>
        <p:txBody>
          <a:bodyPr wrap="square" lIns="360000" tIns="72000" rIns="360000">
            <a:spAutoFit/>
          </a:bodyPr>
          <a:lstStyle>
            <a:lvl1pPr marL="0" indent="0" algn="ctr">
              <a:lnSpc>
                <a:spcPct val="110000"/>
              </a:lnSpc>
              <a:spcBef>
                <a:spcPts val="0"/>
              </a:spcBef>
              <a:buNone/>
              <a:defRPr sz="1200" b="0" i="0">
                <a:solidFill>
                  <a:schemeClr val="bg1"/>
                </a:solidFill>
                <a:latin typeface="+mn-lt"/>
              </a:defRPr>
            </a:lvl1pPr>
            <a:lvl2pPr marL="0" indent="0" algn="ctr">
              <a:lnSpc>
                <a:spcPct val="110000"/>
              </a:lnSpc>
              <a:spcBef>
                <a:spcPts val="0"/>
              </a:spcBef>
              <a:buFont typeface="Arial" panose="020B0604020202020204" pitchFamily="34" charset="0"/>
              <a:buNone/>
              <a:defRPr sz="1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41" name="Image 3">
            <a:extLst>
              <a:ext uri="{FF2B5EF4-FFF2-40B4-BE49-F238E27FC236}">
                <a16:creationId xmlns:a16="http://schemas.microsoft.com/office/drawing/2014/main" id="{9472DD20-051F-AADC-8DD1-8690BDCE7D5F}"/>
              </a:ext>
            </a:extLst>
          </p:cNvPr>
          <p:cNvSpPr>
            <a:spLocks noGrp="1"/>
          </p:cNvSpPr>
          <p:nvPr>
            <p:ph type="pic" sz="quarter" idx="31" hasCustomPrompt="1"/>
          </p:nvPr>
        </p:nvSpPr>
        <p:spPr>
          <a:xfrm>
            <a:off x="8092962" y="1191872"/>
            <a:ext cx="3013591" cy="3034528"/>
          </a:xfrm>
          <a:custGeom>
            <a:avLst/>
            <a:gdLst>
              <a:gd name="connsiteX0" fmla="*/ 213809 w 3014368"/>
              <a:gd name="connsiteY0" fmla="*/ 0 h 3034528"/>
              <a:gd name="connsiteX1" fmla="*/ 2800559 w 3014368"/>
              <a:gd name="connsiteY1" fmla="*/ 0 h 3034528"/>
              <a:gd name="connsiteX2" fmla="*/ 3014368 w 3014368"/>
              <a:gd name="connsiteY2" fmla="*/ 213809 h 3034528"/>
              <a:gd name="connsiteX3" fmla="*/ 3014368 w 3014368"/>
              <a:gd name="connsiteY3" fmla="*/ 3034528 h 3034528"/>
              <a:gd name="connsiteX4" fmla="*/ 0 w 3014368"/>
              <a:gd name="connsiteY4" fmla="*/ 3034528 h 3034528"/>
              <a:gd name="connsiteX5" fmla="*/ 0 w 3014368"/>
              <a:gd name="connsiteY5" fmla="*/ 213809 h 3034528"/>
              <a:gd name="connsiteX6" fmla="*/ 213809 w 3014368"/>
              <a:gd name="connsiteY6" fmla="*/ 0 h 303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4368" h="3034528">
                <a:moveTo>
                  <a:pt x="213809" y="0"/>
                </a:moveTo>
                <a:lnTo>
                  <a:pt x="2800559" y="0"/>
                </a:lnTo>
                <a:cubicBezTo>
                  <a:pt x="2918642" y="0"/>
                  <a:pt x="3014368" y="95726"/>
                  <a:pt x="3014368" y="213809"/>
                </a:cubicBezTo>
                <a:lnTo>
                  <a:pt x="3014368" y="3034528"/>
                </a:lnTo>
                <a:lnTo>
                  <a:pt x="0" y="3034528"/>
                </a:lnTo>
                <a:lnTo>
                  <a:pt x="0" y="213809"/>
                </a:lnTo>
                <a:cubicBezTo>
                  <a:pt x="0" y="95726"/>
                  <a:pt x="95726" y="0"/>
                  <a:pt x="213809"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3</a:t>
            </a:r>
          </a:p>
        </p:txBody>
      </p:sp>
      <p:sp>
        <p:nvSpPr>
          <p:cNvPr id="22" name="Card Title 3">
            <a:extLst>
              <a:ext uri="{FF2B5EF4-FFF2-40B4-BE49-F238E27FC236}">
                <a16:creationId xmlns:a16="http://schemas.microsoft.com/office/drawing/2014/main" id="{598F07C3-8939-0589-7223-A411B20B99AD}"/>
              </a:ext>
            </a:extLst>
          </p:cNvPr>
          <p:cNvSpPr>
            <a:spLocks noGrp="1"/>
          </p:cNvSpPr>
          <p:nvPr>
            <p:ph type="body" sz="quarter" idx="21" hasCustomPrompt="1"/>
          </p:nvPr>
        </p:nvSpPr>
        <p:spPr>
          <a:xfrm>
            <a:off x="8092962" y="4409517"/>
            <a:ext cx="3013591" cy="276999"/>
          </a:xfrm>
        </p:spPr>
        <p:txBody>
          <a:bodyPr lIns="360000" rIns="360000">
            <a:spAutoFit/>
          </a:bodyPr>
          <a:lstStyle>
            <a:lvl1pPr marL="0" indent="0" algn="ctr">
              <a:lnSpc>
                <a:spcPct val="90000"/>
              </a:lnSpc>
              <a:spcBef>
                <a:spcPts val="0"/>
              </a:spcBef>
              <a:buNone/>
              <a:defRPr sz="2000" b="1" i="0">
                <a:solidFill>
                  <a:schemeClr val="bg1"/>
                </a:solidFill>
                <a:latin typeface="+mj-lt"/>
              </a:defRPr>
            </a:lvl1pPr>
            <a:lvl2pPr marL="0" indent="0" algn="ctr">
              <a:lnSpc>
                <a:spcPct val="100000"/>
              </a:lnSpc>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7" name="Text 3">
            <a:extLst>
              <a:ext uri="{FF2B5EF4-FFF2-40B4-BE49-F238E27FC236}">
                <a16:creationId xmlns:a16="http://schemas.microsoft.com/office/drawing/2014/main" id="{6F141E99-2701-AA17-93FD-00F62FB699B5}"/>
              </a:ext>
            </a:extLst>
          </p:cNvPr>
          <p:cNvSpPr>
            <a:spLocks noGrp="1"/>
          </p:cNvSpPr>
          <p:nvPr>
            <p:ph type="body" sz="quarter" idx="26" hasCustomPrompt="1"/>
          </p:nvPr>
        </p:nvSpPr>
        <p:spPr>
          <a:xfrm>
            <a:off x="8092962" y="4688746"/>
            <a:ext cx="3013591" cy="465118"/>
          </a:xfrm>
        </p:spPr>
        <p:txBody>
          <a:bodyPr lIns="360000" tIns="72000" rIns="360000">
            <a:spAutoFit/>
          </a:bodyPr>
          <a:lstStyle>
            <a:lvl1pPr marL="0" indent="0" algn="ctr">
              <a:lnSpc>
                <a:spcPct val="110000"/>
              </a:lnSpc>
              <a:spcBef>
                <a:spcPts val="0"/>
              </a:spcBef>
              <a:buNone/>
              <a:defRPr sz="1200" b="0" i="0">
                <a:solidFill>
                  <a:schemeClr val="bg1"/>
                </a:solidFill>
                <a:latin typeface="+mn-lt"/>
              </a:defRPr>
            </a:lvl1pPr>
            <a:lvl2pPr marL="0" indent="0" algn="ctr">
              <a:lnSpc>
                <a:spcPct val="110000"/>
              </a:lnSpc>
              <a:spcBef>
                <a:spcPts val="0"/>
              </a:spcBef>
              <a:buFont typeface="Arial" panose="020B0604020202020204" pitchFamily="34" charset="0"/>
              <a:buNone/>
              <a:defRPr sz="12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5" name="Date Placeholder 4">
            <a:extLst>
              <a:ext uri="{FF2B5EF4-FFF2-40B4-BE49-F238E27FC236}">
                <a16:creationId xmlns:a16="http://schemas.microsoft.com/office/drawing/2014/main" id="{B603204C-8D7D-421D-34FA-5960A15A1084}"/>
              </a:ext>
            </a:extLst>
          </p:cNvPr>
          <p:cNvSpPr>
            <a:spLocks noGrp="1"/>
          </p:cNvSpPr>
          <p:nvPr>
            <p:ph type="dt" sz="half" idx="32"/>
          </p:nvPr>
        </p:nvSpPr>
        <p:spPr/>
        <p:txBody>
          <a:bodyPr/>
          <a:lstStyle/>
          <a:p>
            <a:fld id="{7C3E358C-23F0-464C-BE59-9BA22C49933C}" type="datetime1">
              <a:rPr lang="nb-NO" smtClean="0"/>
              <a:t>23.01.2026</a:t>
            </a:fld>
            <a:endParaRPr lang="en-GB"/>
          </a:p>
        </p:txBody>
      </p:sp>
      <p:sp>
        <p:nvSpPr>
          <p:cNvPr id="6" name="TekstSylinder 50">
            <a:extLst>
              <a:ext uri="{FF2B5EF4-FFF2-40B4-BE49-F238E27FC236}">
                <a16:creationId xmlns:a16="http://schemas.microsoft.com/office/drawing/2014/main" id="{44EA06E5-CCC9-D7C7-227E-48FBE936FF85}"/>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2128964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ards 2">
    <p:bg>
      <p:bgRef idx="1001">
        <a:schemeClr val="bg2"/>
      </p:bgRef>
    </p:bg>
    <p:spTree>
      <p:nvGrpSpPr>
        <p:cNvPr id="1" name=""/>
        <p:cNvGrpSpPr/>
        <p:nvPr/>
      </p:nvGrpSpPr>
      <p:grpSpPr>
        <a:xfrm>
          <a:off x="0" y="0"/>
          <a:ext cx="0" cy="0"/>
          <a:chOff x="0" y="0"/>
          <a:chExt cx="0" cy="0"/>
        </a:xfrm>
      </p:grpSpPr>
      <p:sp>
        <p:nvSpPr>
          <p:cNvPr id="6" name="!!Form 1">
            <a:extLst>
              <a:ext uri="{FF2B5EF4-FFF2-40B4-BE49-F238E27FC236}">
                <a16:creationId xmlns:a16="http://schemas.microsoft.com/office/drawing/2014/main" id="{77DA3ABA-5B44-F5E5-8C95-D10706771C89}"/>
              </a:ext>
              <a:ext uri="{C183D7F6-B498-43B3-948B-1728B52AA6E4}">
                <adec:decorative xmlns:adec="http://schemas.microsoft.com/office/drawing/2017/decorative" val="1"/>
              </a:ext>
            </a:extLst>
          </p:cNvPr>
          <p:cNvSpPr/>
          <p:nvPr userDrawn="1"/>
        </p:nvSpPr>
        <p:spPr>
          <a:xfrm>
            <a:off x="1088146" y="4222527"/>
            <a:ext cx="3013200" cy="1443600"/>
          </a:xfrm>
          <a:prstGeom prst="round2SameRect">
            <a:avLst>
              <a:gd name="adj1" fmla="val 0"/>
              <a:gd name="adj2" fmla="val 1406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7" name="!!Form 2">
            <a:extLst>
              <a:ext uri="{FF2B5EF4-FFF2-40B4-BE49-F238E27FC236}">
                <a16:creationId xmlns:a16="http://schemas.microsoft.com/office/drawing/2014/main" id="{912ACED8-F51A-37B8-87C4-A28A636493FE}"/>
              </a:ext>
              <a:ext uri="{C183D7F6-B498-43B3-948B-1728B52AA6E4}">
                <adec:decorative xmlns:adec="http://schemas.microsoft.com/office/drawing/2017/decorative" val="1"/>
              </a:ext>
            </a:extLst>
          </p:cNvPr>
          <p:cNvSpPr/>
          <p:nvPr userDrawn="1"/>
        </p:nvSpPr>
        <p:spPr>
          <a:xfrm>
            <a:off x="4311259" y="4219013"/>
            <a:ext cx="3569481" cy="2102400"/>
          </a:xfrm>
          <a:prstGeom prst="round2SameRect">
            <a:avLst>
              <a:gd name="adj1" fmla="val 0"/>
              <a:gd name="adj2" fmla="val 11964"/>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8" name="!!Form 3">
            <a:extLst>
              <a:ext uri="{FF2B5EF4-FFF2-40B4-BE49-F238E27FC236}">
                <a16:creationId xmlns:a16="http://schemas.microsoft.com/office/drawing/2014/main" id="{3D1C86B4-5635-D452-0D7A-7E4DF6AEB031}"/>
              </a:ext>
              <a:ext uri="{C183D7F6-B498-43B3-948B-1728B52AA6E4}">
                <adec:decorative xmlns:adec="http://schemas.microsoft.com/office/drawing/2017/decorative" val="1"/>
              </a:ext>
            </a:extLst>
          </p:cNvPr>
          <p:cNvSpPr/>
          <p:nvPr userDrawn="1"/>
        </p:nvSpPr>
        <p:spPr>
          <a:xfrm>
            <a:off x="8092962" y="4218448"/>
            <a:ext cx="3013007" cy="1447679"/>
          </a:xfrm>
          <a:prstGeom prst="round2SameRect">
            <a:avLst>
              <a:gd name="adj1" fmla="val 0"/>
              <a:gd name="adj2" fmla="val 13751"/>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3" name="Slide Number Placeholder 2">
            <a:extLst>
              <a:ext uri="{FF2B5EF4-FFF2-40B4-BE49-F238E27FC236}">
                <a16:creationId xmlns:a16="http://schemas.microsoft.com/office/drawing/2014/main" id="{C690B788-9DAD-CFA5-0BCB-A01A8E22829B}"/>
              </a:ext>
              <a:ext uri="{C183D7F6-B498-43B3-948B-1728B52AA6E4}">
                <adec:decorative xmlns:adec="http://schemas.microsoft.com/office/drawing/2017/decorative" val="1"/>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3C5C8A53-162E-7A3F-543D-343E14BD99EE}"/>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GB"/>
          </a:p>
        </p:txBody>
      </p:sp>
      <p:sp>
        <p:nvSpPr>
          <p:cNvPr id="37" name="Image 1">
            <a:extLst>
              <a:ext uri="{FF2B5EF4-FFF2-40B4-BE49-F238E27FC236}">
                <a16:creationId xmlns:a16="http://schemas.microsoft.com/office/drawing/2014/main" id="{F38BACCD-B354-5D0D-EB63-83F1B9D91F00}"/>
              </a:ext>
            </a:extLst>
          </p:cNvPr>
          <p:cNvSpPr>
            <a:spLocks noGrp="1"/>
          </p:cNvSpPr>
          <p:nvPr>
            <p:ph type="pic" sz="quarter" idx="12" hasCustomPrompt="1"/>
          </p:nvPr>
        </p:nvSpPr>
        <p:spPr>
          <a:xfrm>
            <a:off x="1088146" y="1191600"/>
            <a:ext cx="3013200" cy="3034800"/>
          </a:xfrm>
          <a:custGeom>
            <a:avLst/>
            <a:gdLst>
              <a:gd name="connsiteX0" fmla="*/ 213726 w 3013200"/>
              <a:gd name="connsiteY0" fmla="*/ 0 h 3034800"/>
              <a:gd name="connsiteX1" fmla="*/ 2799474 w 3013200"/>
              <a:gd name="connsiteY1" fmla="*/ 0 h 3034800"/>
              <a:gd name="connsiteX2" fmla="*/ 3013200 w 3013200"/>
              <a:gd name="connsiteY2" fmla="*/ 213726 h 3034800"/>
              <a:gd name="connsiteX3" fmla="*/ 3013200 w 3013200"/>
              <a:gd name="connsiteY3" fmla="*/ 3034800 h 3034800"/>
              <a:gd name="connsiteX4" fmla="*/ 0 w 3013200"/>
              <a:gd name="connsiteY4" fmla="*/ 3034800 h 3034800"/>
              <a:gd name="connsiteX5" fmla="*/ 0 w 3013200"/>
              <a:gd name="connsiteY5" fmla="*/ 213726 h 3034800"/>
              <a:gd name="connsiteX6" fmla="*/ 213726 w 3013200"/>
              <a:gd name="connsiteY6" fmla="*/ 0 h 30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3200" h="3034800">
                <a:moveTo>
                  <a:pt x="213726" y="0"/>
                </a:moveTo>
                <a:lnTo>
                  <a:pt x="2799474" y="0"/>
                </a:lnTo>
                <a:cubicBezTo>
                  <a:pt x="2917512" y="0"/>
                  <a:pt x="3013200" y="95688"/>
                  <a:pt x="3013200" y="213726"/>
                </a:cubicBezTo>
                <a:lnTo>
                  <a:pt x="3013200" y="3034800"/>
                </a:lnTo>
                <a:lnTo>
                  <a:pt x="0" y="3034800"/>
                </a:lnTo>
                <a:lnTo>
                  <a:pt x="0" y="213726"/>
                </a:lnTo>
                <a:cubicBezTo>
                  <a:pt x="0" y="95688"/>
                  <a:pt x="95688" y="0"/>
                  <a:pt x="213726"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1</a:t>
            </a:r>
          </a:p>
        </p:txBody>
      </p:sp>
      <p:sp>
        <p:nvSpPr>
          <p:cNvPr id="21" name="Card Title 1">
            <a:extLst>
              <a:ext uri="{FF2B5EF4-FFF2-40B4-BE49-F238E27FC236}">
                <a16:creationId xmlns:a16="http://schemas.microsoft.com/office/drawing/2014/main" id="{EADAABA4-F5CB-0667-6C75-ECE0ABB02437}"/>
              </a:ext>
            </a:extLst>
          </p:cNvPr>
          <p:cNvSpPr>
            <a:spLocks noGrp="1"/>
          </p:cNvSpPr>
          <p:nvPr>
            <p:ph type="body" sz="quarter" idx="20" hasCustomPrompt="1"/>
          </p:nvPr>
        </p:nvSpPr>
        <p:spPr>
          <a:xfrm>
            <a:off x="1088146" y="4409517"/>
            <a:ext cx="3013200" cy="276999"/>
          </a:xfrm>
        </p:spPr>
        <p:txBody>
          <a:bodyPr lIns="360000" rIns="360000">
            <a:spAutoFit/>
          </a:bodyPr>
          <a:lstStyle>
            <a:lvl1pPr marL="0" indent="0" algn="ctr">
              <a:lnSpc>
                <a:spcPct val="90000"/>
              </a:lnSpc>
              <a:spcBef>
                <a:spcPts val="0"/>
              </a:spcBef>
              <a:buNone/>
              <a:defRPr sz="20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5" name="Text 1">
            <a:extLst>
              <a:ext uri="{FF2B5EF4-FFF2-40B4-BE49-F238E27FC236}">
                <a16:creationId xmlns:a16="http://schemas.microsoft.com/office/drawing/2014/main" id="{7256B910-46FF-2473-9191-6F8E7A099C47}"/>
              </a:ext>
            </a:extLst>
          </p:cNvPr>
          <p:cNvSpPr>
            <a:spLocks noGrp="1"/>
          </p:cNvSpPr>
          <p:nvPr>
            <p:ph type="body" sz="quarter" idx="24" hasCustomPrompt="1"/>
          </p:nvPr>
        </p:nvSpPr>
        <p:spPr>
          <a:xfrm>
            <a:off x="1088146" y="4688746"/>
            <a:ext cx="3013591" cy="465118"/>
          </a:xfrm>
        </p:spPr>
        <p:txBody>
          <a:bodyPr lIns="360000" tIns="72000" rIns="360000">
            <a:spAutoFit/>
          </a:bodyPr>
          <a:lstStyle>
            <a:lvl1pPr marL="0" indent="0" algn="ctr">
              <a:lnSpc>
                <a:spcPct val="110000"/>
              </a:lnSpc>
              <a:spcBef>
                <a:spcPts val="0"/>
              </a:spcBef>
              <a:buNone/>
              <a:defRPr sz="1200" b="0" i="0">
                <a:solidFill>
                  <a:schemeClr val="bg1"/>
                </a:solidFill>
                <a:latin typeface="+mn-lt"/>
              </a:defRPr>
            </a:lvl1pPr>
            <a:lvl2pPr marL="0" indent="0" algn="ctr">
              <a:lnSpc>
                <a:spcPct val="110000"/>
              </a:lnSpc>
              <a:spcBef>
                <a:spcPts val="0"/>
              </a:spcBef>
              <a:buFont typeface="Arial" panose="020B0604020202020204" pitchFamily="34" charset="0"/>
              <a:buNone/>
              <a:defRPr sz="12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39" name="Image 2">
            <a:extLst>
              <a:ext uri="{FF2B5EF4-FFF2-40B4-BE49-F238E27FC236}">
                <a16:creationId xmlns:a16="http://schemas.microsoft.com/office/drawing/2014/main" id="{B538B689-7B66-C894-A7D8-BF7EEE842975}"/>
              </a:ext>
            </a:extLst>
          </p:cNvPr>
          <p:cNvSpPr>
            <a:spLocks noGrp="1" noRot="1" noMove="1" noResize="1" noEditPoints="1" noAdjustHandles="1" noChangeArrowheads="1" noChangeShapeType="1"/>
          </p:cNvSpPr>
          <p:nvPr>
            <p:ph type="pic" sz="quarter" idx="30" hasCustomPrompt="1"/>
          </p:nvPr>
        </p:nvSpPr>
        <p:spPr>
          <a:xfrm>
            <a:off x="4311967" y="540000"/>
            <a:ext cx="3568064" cy="3686400"/>
          </a:xfrm>
          <a:custGeom>
            <a:avLst/>
            <a:gdLst>
              <a:gd name="connsiteX0" fmla="*/ 253050 w 3567600"/>
              <a:gd name="connsiteY0" fmla="*/ 0 h 3686400"/>
              <a:gd name="connsiteX1" fmla="*/ 3314550 w 3567600"/>
              <a:gd name="connsiteY1" fmla="*/ 0 h 3686400"/>
              <a:gd name="connsiteX2" fmla="*/ 3567600 w 3567600"/>
              <a:gd name="connsiteY2" fmla="*/ 253050 h 3686400"/>
              <a:gd name="connsiteX3" fmla="*/ 3567600 w 3567600"/>
              <a:gd name="connsiteY3" fmla="*/ 3686400 h 3686400"/>
              <a:gd name="connsiteX4" fmla="*/ 0 w 3567600"/>
              <a:gd name="connsiteY4" fmla="*/ 3686400 h 3686400"/>
              <a:gd name="connsiteX5" fmla="*/ 0 w 3567600"/>
              <a:gd name="connsiteY5" fmla="*/ 253050 h 3686400"/>
              <a:gd name="connsiteX6" fmla="*/ 253050 w 3567600"/>
              <a:gd name="connsiteY6" fmla="*/ 0 h 36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7600" h="3686400">
                <a:moveTo>
                  <a:pt x="253050" y="0"/>
                </a:moveTo>
                <a:lnTo>
                  <a:pt x="3314550" y="0"/>
                </a:lnTo>
                <a:cubicBezTo>
                  <a:pt x="3454306" y="0"/>
                  <a:pt x="3567600" y="113294"/>
                  <a:pt x="3567600" y="253050"/>
                </a:cubicBezTo>
                <a:lnTo>
                  <a:pt x="3567600" y="3686400"/>
                </a:lnTo>
                <a:lnTo>
                  <a:pt x="0" y="3686400"/>
                </a:lnTo>
                <a:lnTo>
                  <a:pt x="0" y="253050"/>
                </a:lnTo>
                <a:cubicBezTo>
                  <a:pt x="0" y="113294"/>
                  <a:pt x="113294" y="0"/>
                  <a:pt x="253050"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2</a:t>
            </a:r>
          </a:p>
        </p:txBody>
      </p:sp>
      <p:sp>
        <p:nvSpPr>
          <p:cNvPr id="28" name="Card Title 2">
            <a:extLst>
              <a:ext uri="{FF2B5EF4-FFF2-40B4-BE49-F238E27FC236}">
                <a16:creationId xmlns:a16="http://schemas.microsoft.com/office/drawing/2014/main" id="{EDBD39A7-8C48-88E8-32E2-D5EDAFD57088}"/>
              </a:ext>
            </a:extLst>
          </p:cNvPr>
          <p:cNvSpPr>
            <a:spLocks noGrp="1"/>
          </p:cNvSpPr>
          <p:nvPr>
            <p:ph type="body" sz="quarter" idx="28" hasCustomPrompt="1"/>
          </p:nvPr>
        </p:nvSpPr>
        <p:spPr>
          <a:xfrm>
            <a:off x="4311259" y="4584561"/>
            <a:ext cx="3569481" cy="387798"/>
          </a:xfrm>
        </p:spPr>
        <p:txBody>
          <a:bodyPr wrap="square" lIns="360000" rIns="360000">
            <a:spAutoFit/>
          </a:bodyPr>
          <a:lstStyle>
            <a:lvl1pPr marL="0" indent="0" algn="ctr">
              <a:lnSpc>
                <a:spcPct val="90000"/>
              </a:lnSpc>
              <a:spcBef>
                <a:spcPts val="0"/>
              </a:spcBef>
              <a:buNone/>
              <a:defRPr sz="28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9" name="Text 2">
            <a:extLst>
              <a:ext uri="{FF2B5EF4-FFF2-40B4-BE49-F238E27FC236}">
                <a16:creationId xmlns:a16="http://schemas.microsoft.com/office/drawing/2014/main" id="{B14F490F-2AAA-C579-9C22-18E3F1FAB151}"/>
              </a:ext>
            </a:extLst>
          </p:cNvPr>
          <p:cNvSpPr>
            <a:spLocks noGrp="1"/>
          </p:cNvSpPr>
          <p:nvPr>
            <p:ph type="body" sz="quarter" idx="29" hasCustomPrompt="1"/>
          </p:nvPr>
        </p:nvSpPr>
        <p:spPr>
          <a:xfrm>
            <a:off x="4311259" y="4977432"/>
            <a:ext cx="3569481" cy="530521"/>
          </a:xfrm>
        </p:spPr>
        <p:txBody>
          <a:bodyPr wrap="square" lIns="360000" tIns="72000" rIns="360000">
            <a:spAutoFit/>
          </a:bodyPr>
          <a:lstStyle>
            <a:lvl1pPr marL="0" indent="0" algn="ctr">
              <a:lnSpc>
                <a:spcPct val="110000"/>
              </a:lnSpc>
              <a:spcBef>
                <a:spcPts val="0"/>
              </a:spcBef>
              <a:buNone/>
              <a:defRPr sz="1400" b="0" i="0">
                <a:solidFill>
                  <a:schemeClr val="bg1"/>
                </a:solidFill>
                <a:latin typeface="+mn-lt"/>
              </a:defRPr>
            </a:lvl1pPr>
            <a:lvl2pPr marL="0" indent="0" algn="ctr">
              <a:lnSpc>
                <a:spcPct val="110000"/>
              </a:lnSpc>
              <a:spcBef>
                <a:spcPts val="0"/>
              </a:spcBef>
              <a:buFont typeface="Arial" panose="020B0604020202020204" pitchFamily="34" charset="0"/>
              <a:buNone/>
              <a:defRPr sz="14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41" name="Image 3">
            <a:extLst>
              <a:ext uri="{FF2B5EF4-FFF2-40B4-BE49-F238E27FC236}">
                <a16:creationId xmlns:a16="http://schemas.microsoft.com/office/drawing/2014/main" id="{9472DD20-051F-AADC-8DD1-8690BDCE7D5F}"/>
              </a:ext>
            </a:extLst>
          </p:cNvPr>
          <p:cNvSpPr>
            <a:spLocks noGrp="1"/>
          </p:cNvSpPr>
          <p:nvPr>
            <p:ph type="pic" sz="quarter" idx="31" hasCustomPrompt="1"/>
          </p:nvPr>
        </p:nvSpPr>
        <p:spPr>
          <a:xfrm>
            <a:off x="8092377" y="1191872"/>
            <a:ext cx="3014760" cy="3034528"/>
          </a:xfrm>
          <a:custGeom>
            <a:avLst/>
            <a:gdLst>
              <a:gd name="connsiteX0" fmla="*/ 213809 w 3014368"/>
              <a:gd name="connsiteY0" fmla="*/ 0 h 3034528"/>
              <a:gd name="connsiteX1" fmla="*/ 2800559 w 3014368"/>
              <a:gd name="connsiteY1" fmla="*/ 0 h 3034528"/>
              <a:gd name="connsiteX2" fmla="*/ 3014368 w 3014368"/>
              <a:gd name="connsiteY2" fmla="*/ 213809 h 3034528"/>
              <a:gd name="connsiteX3" fmla="*/ 3014368 w 3014368"/>
              <a:gd name="connsiteY3" fmla="*/ 3034528 h 3034528"/>
              <a:gd name="connsiteX4" fmla="*/ 0 w 3014368"/>
              <a:gd name="connsiteY4" fmla="*/ 3034528 h 3034528"/>
              <a:gd name="connsiteX5" fmla="*/ 0 w 3014368"/>
              <a:gd name="connsiteY5" fmla="*/ 213809 h 3034528"/>
              <a:gd name="connsiteX6" fmla="*/ 213809 w 3014368"/>
              <a:gd name="connsiteY6" fmla="*/ 0 h 303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4368" h="3034528">
                <a:moveTo>
                  <a:pt x="213809" y="0"/>
                </a:moveTo>
                <a:lnTo>
                  <a:pt x="2800559" y="0"/>
                </a:lnTo>
                <a:cubicBezTo>
                  <a:pt x="2918642" y="0"/>
                  <a:pt x="3014368" y="95726"/>
                  <a:pt x="3014368" y="213809"/>
                </a:cubicBezTo>
                <a:lnTo>
                  <a:pt x="3014368" y="3034528"/>
                </a:lnTo>
                <a:lnTo>
                  <a:pt x="0" y="3034528"/>
                </a:lnTo>
                <a:lnTo>
                  <a:pt x="0" y="213809"/>
                </a:lnTo>
                <a:cubicBezTo>
                  <a:pt x="0" y="95726"/>
                  <a:pt x="95726" y="0"/>
                  <a:pt x="213809"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3</a:t>
            </a:r>
          </a:p>
        </p:txBody>
      </p:sp>
      <p:sp>
        <p:nvSpPr>
          <p:cNvPr id="22" name="Card Title 3">
            <a:extLst>
              <a:ext uri="{FF2B5EF4-FFF2-40B4-BE49-F238E27FC236}">
                <a16:creationId xmlns:a16="http://schemas.microsoft.com/office/drawing/2014/main" id="{598F07C3-8939-0589-7223-A411B20B99AD}"/>
              </a:ext>
            </a:extLst>
          </p:cNvPr>
          <p:cNvSpPr>
            <a:spLocks noGrp="1"/>
          </p:cNvSpPr>
          <p:nvPr>
            <p:ph type="body" sz="quarter" idx="21" hasCustomPrompt="1"/>
          </p:nvPr>
        </p:nvSpPr>
        <p:spPr>
          <a:xfrm>
            <a:off x="8092962" y="4409517"/>
            <a:ext cx="3013591" cy="276999"/>
          </a:xfrm>
        </p:spPr>
        <p:txBody>
          <a:bodyPr lIns="360000" rIns="360000">
            <a:spAutoFit/>
          </a:bodyPr>
          <a:lstStyle>
            <a:lvl1pPr marL="0" indent="0" algn="ctr">
              <a:lnSpc>
                <a:spcPct val="90000"/>
              </a:lnSpc>
              <a:spcBef>
                <a:spcPts val="0"/>
              </a:spcBef>
              <a:buNone/>
              <a:defRPr sz="2000" b="1" i="0">
                <a:solidFill>
                  <a:schemeClr val="bg1"/>
                </a:solidFill>
                <a:latin typeface="+mj-lt"/>
              </a:defRPr>
            </a:lvl1pPr>
            <a:lvl2pPr marL="0" indent="0" algn="ctr">
              <a:lnSpc>
                <a:spcPct val="100000"/>
              </a:lnSpc>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7" name="Text 3">
            <a:extLst>
              <a:ext uri="{FF2B5EF4-FFF2-40B4-BE49-F238E27FC236}">
                <a16:creationId xmlns:a16="http://schemas.microsoft.com/office/drawing/2014/main" id="{6F141E99-2701-AA17-93FD-00F62FB699B5}"/>
              </a:ext>
            </a:extLst>
          </p:cNvPr>
          <p:cNvSpPr>
            <a:spLocks noGrp="1"/>
          </p:cNvSpPr>
          <p:nvPr>
            <p:ph type="body" sz="quarter" idx="26" hasCustomPrompt="1"/>
          </p:nvPr>
        </p:nvSpPr>
        <p:spPr>
          <a:xfrm>
            <a:off x="8092962" y="4688746"/>
            <a:ext cx="3013200" cy="465118"/>
          </a:xfrm>
        </p:spPr>
        <p:txBody>
          <a:bodyPr lIns="360000" tIns="72000" rIns="360000">
            <a:spAutoFit/>
          </a:bodyPr>
          <a:lstStyle>
            <a:lvl1pPr marL="0" indent="0" algn="ctr">
              <a:lnSpc>
                <a:spcPct val="110000"/>
              </a:lnSpc>
              <a:spcBef>
                <a:spcPts val="0"/>
              </a:spcBef>
              <a:buNone/>
              <a:defRPr sz="1200" b="0" i="0">
                <a:solidFill>
                  <a:schemeClr val="bg1"/>
                </a:solidFill>
                <a:latin typeface="+mn-lt"/>
              </a:defRPr>
            </a:lvl1pPr>
            <a:lvl2pPr marL="0" indent="0" algn="ctr">
              <a:lnSpc>
                <a:spcPct val="110000"/>
              </a:lnSpc>
              <a:spcBef>
                <a:spcPts val="0"/>
              </a:spcBef>
              <a:buFont typeface="Arial" panose="020B0604020202020204" pitchFamily="34" charset="0"/>
              <a:buNone/>
              <a:defRPr sz="12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5" name="Date Placeholder 4">
            <a:extLst>
              <a:ext uri="{FF2B5EF4-FFF2-40B4-BE49-F238E27FC236}">
                <a16:creationId xmlns:a16="http://schemas.microsoft.com/office/drawing/2014/main" id="{73BAC218-62D2-2C30-62E9-59ED1910B7A0}"/>
              </a:ext>
            </a:extLst>
          </p:cNvPr>
          <p:cNvSpPr>
            <a:spLocks noGrp="1"/>
          </p:cNvSpPr>
          <p:nvPr>
            <p:ph type="dt" sz="half" idx="32"/>
          </p:nvPr>
        </p:nvSpPr>
        <p:spPr/>
        <p:txBody>
          <a:bodyPr/>
          <a:lstStyle/>
          <a:p>
            <a:fld id="{FF075D01-6CBD-4B46-90C5-32A141548B97}" type="datetime1">
              <a:rPr lang="nb-NO" smtClean="0"/>
              <a:t>23.01.2026</a:t>
            </a:fld>
            <a:endParaRPr lang="en-GB"/>
          </a:p>
        </p:txBody>
      </p:sp>
      <p:grpSp>
        <p:nvGrpSpPr>
          <p:cNvPr id="2" name="Group 9">
            <a:extLst>
              <a:ext uri="{FF2B5EF4-FFF2-40B4-BE49-F238E27FC236}">
                <a16:creationId xmlns:a16="http://schemas.microsoft.com/office/drawing/2014/main" id="{6E36ECF0-CF0D-F89A-ACE1-1DE815339227}"/>
              </a:ext>
              <a:ext uri="{C183D7F6-B498-43B3-948B-1728B52AA6E4}">
                <adec:decorative xmlns:adec="http://schemas.microsoft.com/office/drawing/2017/decorative" val="1"/>
              </a:ext>
            </a:extLst>
          </p:cNvPr>
          <p:cNvGrpSpPr/>
          <p:nvPr userDrawn="1"/>
        </p:nvGrpSpPr>
        <p:grpSpPr>
          <a:xfrm>
            <a:off x="12373674" y="1"/>
            <a:ext cx="2627986" cy="6858000"/>
            <a:chOff x="12373674" y="1"/>
            <a:chExt cx="2627986" cy="6858000"/>
          </a:xfrm>
        </p:grpSpPr>
        <p:sp>
          <p:nvSpPr>
            <p:cNvPr id="9" name="Avrundet rektangel 4">
              <a:extLst>
                <a:ext uri="{FF2B5EF4-FFF2-40B4-BE49-F238E27FC236}">
                  <a16:creationId xmlns:a16="http://schemas.microsoft.com/office/drawing/2014/main" id="{AC55C6ED-39FA-90BD-3305-F92CFD8B04BE}"/>
                </a:ext>
              </a:extLst>
            </p:cNvPr>
            <p:cNvSpPr/>
            <p:nvPr/>
          </p:nvSpPr>
          <p:spPr>
            <a:xfrm>
              <a:off x="12373674" y="1"/>
              <a:ext cx="2627986" cy="6858000"/>
            </a:xfrm>
            <a:prstGeom prst="roundRect">
              <a:avLst>
                <a:gd name="adj" fmla="val 5452"/>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sz="100"/>
            </a:p>
          </p:txBody>
        </p:sp>
        <p:sp>
          <p:nvSpPr>
            <p:cNvPr id="10" name="TekstSylinder 48">
              <a:extLst>
                <a:ext uri="{FF2B5EF4-FFF2-40B4-BE49-F238E27FC236}">
                  <a16:creationId xmlns:a16="http://schemas.microsoft.com/office/drawing/2014/main" id="{43709D66-D82C-5971-50CD-7D6141556209}"/>
                </a:ext>
              </a:extLst>
            </p:cNvPr>
            <p:cNvSpPr txBox="1"/>
            <p:nvPr/>
          </p:nvSpPr>
          <p:spPr>
            <a:xfrm>
              <a:off x="12627097" y="244919"/>
              <a:ext cx="2140807" cy="778675"/>
            </a:xfrm>
            <a:prstGeom prst="rect">
              <a:avLst/>
            </a:prstGeom>
            <a:noFill/>
          </p:spPr>
          <p:txBody>
            <a:bodyPr wrap="square" lIns="0" tIns="0" rIns="0" bIns="0" rtlCol="0">
              <a:spAutoFit/>
            </a:bodyPr>
            <a:lstStyle/>
            <a:p>
              <a:pPr algn="l">
                <a:spcAft>
                  <a:spcPts val="600"/>
                </a:spcAft>
              </a:pPr>
              <a:r>
                <a:rPr lang="nb" sz="1100" b="0" i="0" dirty="0">
                  <a:solidFill>
                    <a:srgbClr val="070451"/>
                  </a:solidFill>
                  <a:latin typeface="+mj-lt"/>
                  <a:cs typeface="TelenorEvolutionPPT-Light" panose="020B0604020202020204" charset="0"/>
                </a:rPr>
                <a:t>Fargepalett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nb" sz="800" b="0" i="0" u="none" strike="noStrike" kern="1200" cap="none" spc="0" normalizeH="0" baseline="0" noProof="1">
                  <a:ln>
                    <a:noFill/>
                  </a:ln>
                  <a:solidFill>
                    <a:srgbClr val="070451"/>
                  </a:solidFill>
                  <a:effectLst/>
                  <a:uLnTx/>
                  <a:uFillTx/>
                  <a:latin typeface="+mn-lt"/>
                  <a:ea typeface="+mn-ea"/>
                  <a:cs typeface="TelenorEvolutionPPT-Light" panose="020B0604020202020204" charset="0"/>
                </a:rPr>
                <a:t>Bare et utvalg av Telenor-fargene er tilgjengelige i denne malen, hvis du trenger flere støttefarger, kan du se dem fra dette panelet.</a:t>
              </a:r>
            </a:p>
          </p:txBody>
        </p:sp>
        <p:sp>
          <p:nvSpPr>
            <p:cNvPr id="11" name="Ellipse 29">
              <a:extLst>
                <a:ext uri="{FF2B5EF4-FFF2-40B4-BE49-F238E27FC236}">
                  <a16:creationId xmlns:a16="http://schemas.microsoft.com/office/drawing/2014/main" id="{32AEDAE9-D970-E6C8-51FA-48183239BE16}"/>
                </a:ext>
              </a:extLst>
            </p:cNvPr>
            <p:cNvSpPr>
              <a:spLocks noChangeAspect="1"/>
            </p:cNvSpPr>
            <p:nvPr/>
          </p:nvSpPr>
          <p:spPr>
            <a:xfrm>
              <a:off x="12627097" y="1901793"/>
              <a:ext cx="360000" cy="360000"/>
            </a:xfrm>
            <a:prstGeom prst="ellipse">
              <a:avLst/>
            </a:prstGeom>
            <a:solidFill>
              <a:srgbClr val="07045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2" name="Ellipse 30">
              <a:extLst>
                <a:ext uri="{FF2B5EF4-FFF2-40B4-BE49-F238E27FC236}">
                  <a16:creationId xmlns:a16="http://schemas.microsoft.com/office/drawing/2014/main" id="{9CF57B2E-EAC0-2DB2-E59E-E7C6DDF9A9DE}"/>
                </a:ext>
              </a:extLst>
            </p:cNvPr>
            <p:cNvSpPr>
              <a:spLocks noChangeAspect="1"/>
            </p:cNvSpPr>
            <p:nvPr/>
          </p:nvSpPr>
          <p:spPr>
            <a:xfrm>
              <a:off x="13516703" y="1901793"/>
              <a:ext cx="360000" cy="360000"/>
            </a:xfrm>
            <a:prstGeom prst="ellipse">
              <a:avLst/>
            </a:prstGeom>
            <a:solidFill>
              <a:srgbClr val="1C16C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3" name="Ellipse 31">
              <a:extLst>
                <a:ext uri="{FF2B5EF4-FFF2-40B4-BE49-F238E27FC236}">
                  <a16:creationId xmlns:a16="http://schemas.microsoft.com/office/drawing/2014/main" id="{D875FB36-D724-6EF0-38AE-F2A30E3C5569}"/>
                </a:ext>
              </a:extLst>
            </p:cNvPr>
            <p:cNvSpPr>
              <a:spLocks noChangeAspect="1"/>
            </p:cNvSpPr>
            <p:nvPr/>
          </p:nvSpPr>
          <p:spPr>
            <a:xfrm>
              <a:off x="13071900" y="1901793"/>
              <a:ext cx="360000" cy="360000"/>
            </a:xfrm>
            <a:prstGeom prst="ellipse">
              <a:avLst/>
            </a:prstGeom>
            <a:solidFill>
              <a:srgbClr val="00C8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4" name="Ellipse 33">
              <a:extLst>
                <a:ext uri="{FF2B5EF4-FFF2-40B4-BE49-F238E27FC236}">
                  <a16:creationId xmlns:a16="http://schemas.microsoft.com/office/drawing/2014/main" id="{280278CF-4623-26E9-71C1-962C577527FD}"/>
                </a:ext>
              </a:extLst>
            </p:cNvPr>
            <p:cNvSpPr>
              <a:spLocks noChangeAspect="1"/>
            </p:cNvSpPr>
            <p:nvPr/>
          </p:nvSpPr>
          <p:spPr>
            <a:xfrm>
              <a:off x="13961506" y="1901793"/>
              <a:ext cx="360000" cy="360000"/>
            </a:xfrm>
            <a:prstGeom prst="ellipse">
              <a:avLst/>
            </a:prstGeom>
            <a:solidFill>
              <a:srgbClr val="AD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5" name="Ellipse 34">
              <a:extLst>
                <a:ext uri="{FF2B5EF4-FFF2-40B4-BE49-F238E27FC236}">
                  <a16:creationId xmlns:a16="http://schemas.microsoft.com/office/drawing/2014/main" id="{A26BFB57-EA9A-DABD-0C6B-3BA1D6AFF52B}"/>
                </a:ext>
              </a:extLst>
            </p:cNvPr>
            <p:cNvSpPr>
              <a:spLocks noChangeAspect="1"/>
            </p:cNvSpPr>
            <p:nvPr/>
          </p:nvSpPr>
          <p:spPr>
            <a:xfrm>
              <a:off x="14406309" y="1901793"/>
              <a:ext cx="360000" cy="360000"/>
            </a:xfrm>
            <a:prstGeom prst="ellipse">
              <a:avLst/>
            </a:prstGeom>
            <a:solidFill>
              <a:srgbClr val="EBFFFF"/>
            </a:solidFill>
            <a:ln w="12700">
              <a:solidFill>
                <a:srgbClr val="00C8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6" name="TekstSylinder 50">
              <a:extLst>
                <a:ext uri="{FF2B5EF4-FFF2-40B4-BE49-F238E27FC236}">
                  <a16:creationId xmlns:a16="http://schemas.microsoft.com/office/drawing/2014/main" id="{591AC737-59AD-E549-A83D-30CBD7BA45E0}"/>
                </a:ext>
              </a:extLst>
            </p:cNvPr>
            <p:cNvSpPr txBox="1"/>
            <p:nvPr/>
          </p:nvSpPr>
          <p:spPr>
            <a:xfrm>
              <a:off x="12627096" y="1237835"/>
              <a:ext cx="2222001" cy="572840"/>
            </a:xfrm>
            <a:prstGeom prst="rect">
              <a:avLst/>
            </a:prstGeom>
            <a:noFill/>
          </p:spPr>
          <p:txBody>
            <a:bodyPr wrap="square" lIns="0" tIns="72000" rIns="0" bIns="0" rtlCol="0">
              <a:spAutoFit/>
            </a:bodyPr>
            <a:lstStyle>
              <a:defPPr>
                <a:defRPr lang="en-NO"/>
              </a:defPPr>
              <a:lvl1pPr>
                <a:spcAft>
                  <a:spcPts val="600"/>
                </a:spcAft>
                <a:defRPr b="0" i="0">
                  <a:cs typeface="Arial" panose="020B0604020202020204" pitchFamily="34" charset="0"/>
                </a:defRPr>
              </a:lvl1pPr>
            </a:lstStyle>
            <a:p>
              <a:pPr lvl="0"/>
              <a:r>
                <a:rPr lang="nb" sz="1050" b="0" i="0" dirty="0">
                  <a:solidFill>
                    <a:srgbClr val="070451"/>
                  </a:solidFill>
                  <a:latin typeface="+mj-lt"/>
                  <a:cs typeface="TelenorEvolutionPPT-Light" panose="020B0604020202020204" charset="0"/>
                </a:rPr>
                <a:t>Kjernefarger</a:t>
              </a:r>
            </a:p>
            <a:p>
              <a:pPr lvl="0">
                <a:lnSpc>
                  <a:spcPct val="110000"/>
                </a:lnSpc>
              </a:pPr>
              <a:r>
                <a:rPr lang="nb" sz="800" b="0" i="0" noProof="1">
                  <a:solidFill>
                    <a:srgbClr val="070451"/>
                  </a:solidFill>
                  <a:cs typeface="TelenorEvolutionPPT-Light" panose="020B0604020202020204" charset="0"/>
                </a:rPr>
                <a:t>Våre blå farger er en nøkkelingrediens for å etablere merkevaregjenkjenning.</a:t>
              </a:r>
            </a:p>
          </p:txBody>
        </p:sp>
        <p:cxnSp>
          <p:nvCxnSpPr>
            <p:cNvPr id="17" name="Rett linje 53">
              <a:extLst>
                <a:ext uri="{FF2B5EF4-FFF2-40B4-BE49-F238E27FC236}">
                  <a16:creationId xmlns:a16="http://schemas.microsoft.com/office/drawing/2014/main" id="{16F0C072-DE0B-169B-6B52-C7690C4D6042}"/>
                </a:ext>
              </a:extLst>
            </p:cNvPr>
            <p:cNvCxnSpPr>
              <a:cxnSpLocks/>
            </p:cNvCxnSpPr>
            <p:nvPr/>
          </p:nvCxnSpPr>
          <p:spPr>
            <a:xfrm>
              <a:off x="12627096" y="4105379"/>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cxnSp>
          <p:nvCxnSpPr>
            <p:cNvPr id="18" name="Rett linje 53">
              <a:extLst>
                <a:ext uri="{FF2B5EF4-FFF2-40B4-BE49-F238E27FC236}">
                  <a16:creationId xmlns:a16="http://schemas.microsoft.com/office/drawing/2014/main" id="{2CFCCF9D-6179-B970-BDE8-E7977203F698}"/>
                </a:ext>
              </a:extLst>
            </p:cNvPr>
            <p:cNvCxnSpPr>
              <a:cxnSpLocks/>
            </p:cNvCxnSpPr>
            <p:nvPr/>
          </p:nvCxnSpPr>
          <p:spPr>
            <a:xfrm>
              <a:off x="12627096" y="1237835"/>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grpSp>
          <p:nvGrpSpPr>
            <p:cNvPr id="19" name="Group 75">
              <a:extLst>
                <a:ext uri="{FF2B5EF4-FFF2-40B4-BE49-F238E27FC236}">
                  <a16:creationId xmlns:a16="http://schemas.microsoft.com/office/drawing/2014/main" id="{C2283AC8-B213-2BAB-820D-BAB5D8B7D14C}"/>
                </a:ext>
              </a:extLst>
            </p:cNvPr>
            <p:cNvGrpSpPr/>
            <p:nvPr/>
          </p:nvGrpSpPr>
          <p:grpSpPr>
            <a:xfrm>
              <a:off x="12627096" y="2374072"/>
              <a:ext cx="2160000" cy="234286"/>
              <a:chOff x="12944663" y="3703978"/>
              <a:chExt cx="2160000" cy="234286"/>
            </a:xfrm>
          </p:grpSpPr>
          <p:cxnSp>
            <p:nvCxnSpPr>
              <p:cNvPr id="45" name="Rett linje 54">
                <a:extLst>
                  <a:ext uri="{FF2B5EF4-FFF2-40B4-BE49-F238E27FC236}">
                    <a16:creationId xmlns:a16="http://schemas.microsoft.com/office/drawing/2014/main" id="{E249562A-D797-D2C2-3BAD-107DF59959CF}"/>
                  </a:ext>
                </a:extLst>
              </p:cNvPr>
              <p:cNvCxnSpPr>
                <a:cxnSpLocks/>
              </p:cNvCxnSpPr>
              <p:nvPr/>
            </p:nvCxnSpPr>
            <p:spPr>
              <a:xfrm>
                <a:off x="12944663" y="3703978"/>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sp>
            <p:nvSpPr>
              <p:cNvPr id="46" name="TekstSylinder 61">
                <a:extLst>
                  <a:ext uri="{FF2B5EF4-FFF2-40B4-BE49-F238E27FC236}">
                    <a16:creationId xmlns:a16="http://schemas.microsoft.com/office/drawing/2014/main" id="{B57D7015-B285-E35D-0E44-8EAEE69E1616}"/>
                  </a:ext>
                </a:extLst>
              </p:cNvPr>
              <p:cNvSpPr txBox="1"/>
              <p:nvPr/>
            </p:nvSpPr>
            <p:spPr>
              <a:xfrm>
                <a:off x="12944663" y="3703978"/>
                <a:ext cx="2159999" cy="234286"/>
              </a:xfrm>
              <a:prstGeom prst="rect">
                <a:avLst/>
              </a:prstGeom>
              <a:noFill/>
            </p:spPr>
            <p:txBody>
              <a:bodyPr wrap="square" lIns="0" tIns="72000" rIns="0" bIns="0" rtlCol="0">
                <a:spAutoFit/>
              </a:bodyPr>
              <a:lstStyle/>
              <a:p>
                <a:pPr marL="0" algn="l" defTabSz="914400" rtl="0" eaLnBrk="1" latinLnBrk="0" hangingPunct="1">
                  <a:spcAft>
                    <a:spcPts val="600"/>
                  </a:spcAft>
                </a:pPr>
                <a:r>
                  <a:rPr lang="nb" sz="1050" b="0" i="0" kern="1200" dirty="0">
                    <a:solidFill>
                      <a:srgbClr val="070451"/>
                    </a:solidFill>
                    <a:latin typeface="+mj-lt"/>
                    <a:ea typeface="+mn-ea"/>
                    <a:cs typeface="TelenorEvolutionPPT-Light" panose="020B0604020202020204" charset="0"/>
                  </a:rPr>
                  <a:t>Støttende farger</a:t>
                </a:r>
              </a:p>
            </p:txBody>
          </p:sp>
        </p:grpSp>
        <p:grpSp>
          <p:nvGrpSpPr>
            <p:cNvPr id="20" name="Group 8">
              <a:extLst>
                <a:ext uri="{FF2B5EF4-FFF2-40B4-BE49-F238E27FC236}">
                  <a16:creationId xmlns:a16="http://schemas.microsoft.com/office/drawing/2014/main" id="{60F231F8-1648-0E93-94B1-B8B751CFD168}"/>
                </a:ext>
              </a:extLst>
            </p:cNvPr>
            <p:cNvGrpSpPr/>
            <p:nvPr userDrawn="1"/>
          </p:nvGrpSpPr>
          <p:grpSpPr>
            <a:xfrm>
              <a:off x="12627096" y="3399204"/>
              <a:ext cx="2139213" cy="568472"/>
              <a:chOff x="12627096" y="3601112"/>
              <a:chExt cx="2139213" cy="568472"/>
            </a:xfrm>
          </p:grpSpPr>
          <p:grpSp>
            <p:nvGrpSpPr>
              <p:cNvPr id="35" name="Group 14">
                <a:extLst>
                  <a:ext uri="{FF2B5EF4-FFF2-40B4-BE49-F238E27FC236}">
                    <a16:creationId xmlns:a16="http://schemas.microsoft.com/office/drawing/2014/main" id="{70524A07-B0EB-1768-3AB2-0DF4BD495DF2}"/>
                  </a:ext>
                </a:extLst>
              </p:cNvPr>
              <p:cNvGrpSpPr/>
              <p:nvPr/>
            </p:nvGrpSpPr>
            <p:grpSpPr>
              <a:xfrm>
                <a:off x="12627097" y="3809584"/>
                <a:ext cx="2139212" cy="360000"/>
                <a:chOff x="12627097" y="3996340"/>
                <a:chExt cx="2139212" cy="360000"/>
              </a:xfrm>
            </p:grpSpPr>
            <p:sp>
              <p:nvSpPr>
                <p:cNvPr id="38" name="Ellipse 74">
                  <a:extLst>
                    <a:ext uri="{FF2B5EF4-FFF2-40B4-BE49-F238E27FC236}">
                      <a16:creationId xmlns:a16="http://schemas.microsoft.com/office/drawing/2014/main" id="{6A5B15AC-8BBE-3B5B-A5BD-9728035D3DF7}"/>
                    </a:ext>
                  </a:extLst>
                </p:cNvPr>
                <p:cNvSpPr>
                  <a:spLocks noChangeAspect="1"/>
                </p:cNvSpPr>
                <p:nvPr/>
              </p:nvSpPr>
              <p:spPr>
                <a:xfrm>
                  <a:off x="12627097" y="3996340"/>
                  <a:ext cx="360000" cy="360000"/>
                </a:xfrm>
                <a:prstGeom prst="ellipse">
                  <a:avLst/>
                </a:prstGeom>
                <a:solidFill>
                  <a:srgbClr val="FFF5F9"/>
                </a:solidFill>
                <a:ln w="12700">
                  <a:solidFill>
                    <a:srgbClr val="FFB8D7"/>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40" name="Ellipse 75">
                  <a:extLst>
                    <a:ext uri="{FF2B5EF4-FFF2-40B4-BE49-F238E27FC236}">
                      <a16:creationId xmlns:a16="http://schemas.microsoft.com/office/drawing/2014/main" id="{ED7A51A8-78DE-37B4-48E1-B69DE092FB0D}"/>
                    </a:ext>
                  </a:extLst>
                </p:cNvPr>
                <p:cNvSpPr>
                  <a:spLocks noChangeAspect="1"/>
                </p:cNvSpPr>
                <p:nvPr/>
              </p:nvSpPr>
              <p:spPr>
                <a:xfrm>
                  <a:off x="14406309" y="3996340"/>
                  <a:ext cx="360000" cy="360000"/>
                </a:xfrm>
                <a:prstGeom prst="ellipse">
                  <a:avLst/>
                </a:prstGeom>
                <a:solidFill>
                  <a:srgbClr val="F5FEF6"/>
                </a:solidFill>
                <a:ln w="12700">
                  <a:solidFill>
                    <a:srgbClr val="B1FBB9"/>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42" name="Ellipse 76">
                  <a:extLst>
                    <a:ext uri="{FF2B5EF4-FFF2-40B4-BE49-F238E27FC236}">
                      <a16:creationId xmlns:a16="http://schemas.microsoft.com/office/drawing/2014/main" id="{9B667FA4-7B38-DC2A-CB35-99B92ED9E5E1}"/>
                    </a:ext>
                  </a:extLst>
                </p:cNvPr>
                <p:cNvSpPr>
                  <a:spLocks noChangeAspect="1"/>
                </p:cNvSpPr>
                <p:nvPr/>
              </p:nvSpPr>
              <p:spPr>
                <a:xfrm>
                  <a:off x="13516703" y="3996340"/>
                  <a:ext cx="360000" cy="360000"/>
                </a:xfrm>
                <a:prstGeom prst="ellipse">
                  <a:avLst/>
                </a:prstGeom>
                <a:solidFill>
                  <a:srgbClr val="FFF9F5"/>
                </a:solidFill>
                <a:ln w="12700">
                  <a:solidFill>
                    <a:srgbClr val="FFCFAD"/>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43" name="Ellipse 77">
                  <a:extLst>
                    <a:ext uri="{FF2B5EF4-FFF2-40B4-BE49-F238E27FC236}">
                      <a16:creationId xmlns:a16="http://schemas.microsoft.com/office/drawing/2014/main" id="{AD9556FF-3ECC-7793-67B7-3E3DAB31CCA9}"/>
                    </a:ext>
                  </a:extLst>
                </p:cNvPr>
                <p:cNvSpPr>
                  <a:spLocks noChangeAspect="1"/>
                </p:cNvSpPr>
                <p:nvPr/>
              </p:nvSpPr>
              <p:spPr>
                <a:xfrm>
                  <a:off x="13961506" y="3996340"/>
                  <a:ext cx="360000" cy="360000"/>
                </a:xfrm>
                <a:prstGeom prst="ellipse">
                  <a:avLst/>
                </a:prstGeom>
                <a:solidFill>
                  <a:srgbClr val="FFFDEB"/>
                </a:solidFill>
                <a:ln w="12700">
                  <a:solidFill>
                    <a:srgbClr val="FEF7B9"/>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44" name="Ellipse 78">
                  <a:extLst>
                    <a:ext uri="{FF2B5EF4-FFF2-40B4-BE49-F238E27FC236}">
                      <a16:creationId xmlns:a16="http://schemas.microsoft.com/office/drawing/2014/main" id="{56CE8422-55C0-ACEE-15E1-2A1E47F73FDA}"/>
                    </a:ext>
                  </a:extLst>
                </p:cNvPr>
                <p:cNvSpPr>
                  <a:spLocks noChangeAspect="1"/>
                </p:cNvSpPr>
                <p:nvPr/>
              </p:nvSpPr>
              <p:spPr>
                <a:xfrm>
                  <a:off x="13071900" y="3996340"/>
                  <a:ext cx="360000" cy="360000"/>
                </a:xfrm>
                <a:prstGeom prst="ellipse">
                  <a:avLst/>
                </a:prstGeom>
                <a:solidFill>
                  <a:srgbClr val="FFF5F5"/>
                </a:solidFill>
                <a:ln w="12700">
                  <a:solidFill>
                    <a:srgbClr val="FFADAD"/>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grpSp>
          <p:sp>
            <p:nvSpPr>
              <p:cNvPr id="36" name="TextBox 13">
                <a:extLst>
                  <a:ext uri="{FF2B5EF4-FFF2-40B4-BE49-F238E27FC236}">
                    <a16:creationId xmlns:a16="http://schemas.microsoft.com/office/drawing/2014/main" id="{37A987F4-1B9F-97EC-C2B6-F2FCA431F405}"/>
                  </a:ext>
                </a:extLst>
              </p:cNvPr>
              <p:cNvSpPr txBox="1"/>
              <p:nvPr/>
            </p:nvSpPr>
            <p:spPr>
              <a:xfrm>
                <a:off x="12627096" y="3601112"/>
                <a:ext cx="788677" cy="123111"/>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pPr>
                <a:r>
                  <a:rPr kumimoji="0" lang="nb" sz="800" b="0" i="0" u="none" strike="noStrike" kern="1200" cap="none" spc="0" normalizeH="0" baseline="0" dirty="0">
                    <a:ln>
                      <a:noFill/>
                    </a:ln>
                    <a:solidFill>
                      <a:srgbClr val="070451"/>
                    </a:solidFill>
                    <a:effectLst/>
                    <a:uLnTx/>
                    <a:uFillTx/>
                    <a:latin typeface="+mn-lt"/>
                    <a:ea typeface="+mn-ea"/>
                    <a:cs typeface="TelenorEvolutionPPT-Light" panose="020B0604020202020204" charset="0"/>
                  </a:rPr>
                  <a:t>Bakgrunnsfarger</a:t>
                </a:r>
                <a:endParaRPr kumimoji="0" lang="nb-NO" sz="800" b="0" i="0" u="none" strike="noStrike" kern="1200" cap="none" spc="0" normalizeH="0" baseline="0" noProof="0" dirty="0">
                  <a:ln>
                    <a:noFill/>
                  </a:ln>
                  <a:solidFill>
                    <a:schemeClr val="tx1"/>
                  </a:solidFill>
                  <a:effectLst/>
                  <a:uLnTx/>
                  <a:uFillTx/>
                  <a:latin typeface="TelenorEvolutionPPT-Light" panose="020B0604020202020204" charset="0"/>
                  <a:ea typeface="+mn-ea"/>
                  <a:cs typeface="TelenorEvolutionPPT-Light" panose="020B0604020202020204" charset="0"/>
                </a:endParaRPr>
              </a:p>
            </p:txBody>
          </p:sp>
        </p:grpSp>
        <p:grpSp>
          <p:nvGrpSpPr>
            <p:cNvPr id="23" name="Group 7">
              <a:extLst>
                <a:ext uri="{FF2B5EF4-FFF2-40B4-BE49-F238E27FC236}">
                  <a16:creationId xmlns:a16="http://schemas.microsoft.com/office/drawing/2014/main" id="{349E8014-56AE-9215-C51C-0F302E1BCB8A}"/>
                </a:ext>
              </a:extLst>
            </p:cNvPr>
            <p:cNvGrpSpPr/>
            <p:nvPr userDrawn="1"/>
          </p:nvGrpSpPr>
          <p:grpSpPr>
            <a:xfrm>
              <a:off x="12627096" y="2687503"/>
              <a:ext cx="2139213" cy="568472"/>
              <a:chOff x="12627096" y="2816351"/>
              <a:chExt cx="2139213" cy="568472"/>
            </a:xfrm>
          </p:grpSpPr>
          <p:grpSp>
            <p:nvGrpSpPr>
              <p:cNvPr id="24" name="Group 19">
                <a:extLst>
                  <a:ext uri="{FF2B5EF4-FFF2-40B4-BE49-F238E27FC236}">
                    <a16:creationId xmlns:a16="http://schemas.microsoft.com/office/drawing/2014/main" id="{CFD1289D-AD12-3A9B-E997-1020A97ED98F}"/>
                  </a:ext>
                </a:extLst>
              </p:cNvPr>
              <p:cNvGrpSpPr/>
              <p:nvPr/>
            </p:nvGrpSpPr>
            <p:grpSpPr>
              <a:xfrm>
                <a:off x="12627097" y="3024823"/>
                <a:ext cx="2139212" cy="360000"/>
                <a:chOff x="12627097" y="3302521"/>
                <a:chExt cx="2139212" cy="360000"/>
              </a:xfrm>
            </p:grpSpPr>
            <p:sp>
              <p:nvSpPr>
                <p:cNvPr id="30" name="Ellipse 56">
                  <a:extLst>
                    <a:ext uri="{FF2B5EF4-FFF2-40B4-BE49-F238E27FC236}">
                      <a16:creationId xmlns:a16="http://schemas.microsoft.com/office/drawing/2014/main" id="{4C5D7353-1FA8-CB49-B48C-F418E4F6E823}"/>
                    </a:ext>
                  </a:extLst>
                </p:cNvPr>
                <p:cNvSpPr>
                  <a:spLocks noChangeAspect="1"/>
                </p:cNvSpPr>
                <p:nvPr/>
              </p:nvSpPr>
              <p:spPr>
                <a:xfrm>
                  <a:off x="12627097" y="3302521"/>
                  <a:ext cx="360000" cy="360000"/>
                </a:xfrm>
                <a:prstGeom prst="ellipse">
                  <a:avLst/>
                </a:prstGeom>
                <a:solidFill>
                  <a:srgbClr val="FFB8D7"/>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31" name="Ellipse 57">
                  <a:extLst>
                    <a:ext uri="{FF2B5EF4-FFF2-40B4-BE49-F238E27FC236}">
                      <a16:creationId xmlns:a16="http://schemas.microsoft.com/office/drawing/2014/main" id="{3815CB14-1590-280C-2CE4-2406032A250D}"/>
                    </a:ext>
                  </a:extLst>
                </p:cNvPr>
                <p:cNvSpPr>
                  <a:spLocks noChangeAspect="1"/>
                </p:cNvSpPr>
                <p:nvPr/>
              </p:nvSpPr>
              <p:spPr>
                <a:xfrm>
                  <a:off x="14406309" y="3302521"/>
                  <a:ext cx="360000" cy="360000"/>
                </a:xfrm>
                <a:prstGeom prst="ellipse">
                  <a:avLst/>
                </a:prstGeom>
                <a:solidFill>
                  <a:srgbClr val="B1FBB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32" name="Ellipse 58">
                  <a:extLst>
                    <a:ext uri="{FF2B5EF4-FFF2-40B4-BE49-F238E27FC236}">
                      <a16:creationId xmlns:a16="http://schemas.microsoft.com/office/drawing/2014/main" id="{2F633AF9-EE8D-75D0-9474-7ED7B6C22D53}"/>
                    </a:ext>
                  </a:extLst>
                </p:cNvPr>
                <p:cNvSpPr>
                  <a:spLocks noChangeAspect="1"/>
                </p:cNvSpPr>
                <p:nvPr/>
              </p:nvSpPr>
              <p:spPr>
                <a:xfrm>
                  <a:off x="13516703" y="3302521"/>
                  <a:ext cx="360000" cy="360000"/>
                </a:xfrm>
                <a:prstGeom prst="ellipse">
                  <a:avLst/>
                </a:prstGeom>
                <a:solidFill>
                  <a:srgbClr val="FFCFAD"/>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33" name="Ellipse 59">
                  <a:extLst>
                    <a:ext uri="{FF2B5EF4-FFF2-40B4-BE49-F238E27FC236}">
                      <a16:creationId xmlns:a16="http://schemas.microsoft.com/office/drawing/2014/main" id="{E4CE4CDB-9283-3E3E-2542-E6083FA47967}"/>
                    </a:ext>
                  </a:extLst>
                </p:cNvPr>
                <p:cNvSpPr>
                  <a:spLocks noChangeAspect="1"/>
                </p:cNvSpPr>
                <p:nvPr/>
              </p:nvSpPr>
              <p:spPr>
                <a:xfrm>
                  <a:off x="13961506" y="3302521"/>
                  <a:ext cx="360000" cy="360000"/>
                </a:xfrm>
                <a:prstGeom prst="ellipse">
                  <a:avLst/>
                </a:prstGeom>
                <a:solidFill>
                  <a:srgbClr val="FEF7B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34" name="Ellipse 60">
                  <a:extLst>
                    <a:ext uri="{FF2B5EF4-FFF2-40B4-BE49-F238E27FC236}">
                      <a16:creationId xmlns:a16="http://schemas.microsoft.com/office/drawing/2014/main" id="{54411182-CC78-4D9E-4997-DE01498CD3FF}"/>
                    </a:ext>
                  </a:extLst>
                </p:cNvPr>
                <p:cNvSpPr>
                  <a:spLocks noChangeAspect="1"/>
                </p:cNvSpPr>
                <p:nvPr/>
              </p:nvSpPr>
              <p:spPr>
                <a:xfrm>
                  <a:off x="13071900" y="3302521"/>
                  <a:ext cx="360000" cy="360000"/>
                </a:xfrm>
                <a:prstGeom prst="ellipse">
                  <a:avLst/>
                </a:prstGeom>
                <a:solidFill>
                  <a:srgbClr val="FFADAD"/>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grpSp>
          <p:sp>
            <p:nvSpPr>
              <p:cNvPr id="26" name="TextBox 15">
                <a:extLst>
                  <a:ext uri="{FF2B5EF4-FFF2-40B4-BE49-F238E27FC236}">
                    <a16:creationId xmlns:a16="http://schemas.microsoft.com/office/drawing/2014/main" id="{A4B73B64-53F0-2534-D843-874149E7BD6D}"/>
                  </a:ext>
                </a:extLst>
              </p:cNvPr>
              <p:cNvSpPr txBox="1"/>
              <p:nvPr/>
            </p:nvSpPr>
            <p:spPr>
              <a:xfrm>
                <a:off x="12627096" y="2816351"/>
                <a:ext cx="549831" cy="123111"/>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pPr>
                <a:r>
                  <a:rPr kumimoji="0" lang="nb" sz="800" b="0" i="0" u="none" strike="noStrike" kern="1200" cap="none" spc="0" normalizeH="0" baseline="0" dirty="0">
                    <a:ln>
                      <a:noFill/>
                    </a:ln>
                    <a:solidFill>
                      <a:srgbClr val="070451"/>
                    </a:solidFill>
                    <a:effectLst/>
                    <a:uLnTx/>
                    <a:uFillTx/>
                    <a:latin typeface="+mn-lt"/>
                    <a:ea typeface="+mn-ea"/>
                    <a:cs typeface="TelenorEvolutionPPT-Light" panose="020B0604020202020204" charset="0"/>
                  </a:rPr>
                  <a:t>Tekstfarger</a:t>
                </a:r>
                <a:endParaRPr kumimoji="0" lang="nb-NO" sz="800" b="0" i="0" u="none" strike="noStrike" kern="1200" cap="none" spc="0" normalizeH="0" baseline="0" noProof="0" dirty="0">
                  <a:ln>
                    <a:noFill/>
                  </a:ln>
                  <a:solidFill>
                    <a:schemeClr val="tx1"/>
                  </a:solidFill>
                  <a:effectLst/>
                  <a:uLnTx/>
                  <a:uFillTx/>
                  <a:latin typeface="TelenorEvolutionPPT-Light" panose="020B0604020202020204" charset="0"/>
                  <a:ea typeface="+mn-ea"/>
                  <a:cs typeface="TelenorEvolutionPPT-Light" panose="020B0604020202020204" charset="0"/>
                </a:endParaRPr>
              </a:p>
            </p:txBody>
          </p:sp>
        </p:grpSp>
      </p:grpSp>
      <p:sp>
        <p:nvSpPr>
          <p:cNvPr id="47" name="TekstSylinder 50">
            <a:extLst>
              <a:ext uri="{FF2B5EF4-FFF2-40B4-BE49-F238E27FC236}">
                <a16:creationId xmlns:a16="http://schemas.microsoft.com/office/drawing/2014/main" id="{750E2E49-C7D5-7D74-EF77-C17878A01C11}"/>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14810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15:guide id="1" pos="671">
          <p15:clr>
            <a:srgbClr val="FBAE40"/>
          </p15:clr>
        </p15:guide>
        <p15:guide id="2" pos="699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ards 3">
    <p:bg>
      <p:bgRef idx="1001">
        <a:schemeClr val="bg2"/>
      </p:bgRef>
    </p:bg>
    <p:spTree>
      <p:nvGrpSpPr>
        <p:cNvPr id="1" name=""/>
        <p:cNvGrpSpPr/>
        <p:nvPr/>
      </p:nvGrpSpPr>
      <p:grpSpPr>
        <a:xfrm>
          <a:off x="0" y="0"/>
          <a:ext cx="0" cy="0"/>
          <a:chOff x="0" y="0"/>
          <a:chExt cx="0" cy="0"/>
        </a:xfrm>
      </p:grpSpPr>
      <p:sp>
        <p:nvSpPr>
          <p:cNvPr id="2" name="!!Form 1">
            <a:extLst>
              <a:ext uri="{FF2B5EF4-FFF2-40B4-BE49-F238E27FC236}">
                <a16:creationId xmlns:a16="http://schemas.microsoft.com/office/drawing/2014/main" id="{DCF1A38A-C181-C833-6252-05DF0E1127CC}"/>
              </a:ext>
              <a:ext uri="{C183D7F6-B498-43B3-948B-1728B52AA6E4}">
                <adec:decorative xmlns:adec="http://schemas.microsoft.com/office/drawing/2017/decorative" val="1"/>
              </a:ext>
            </a:extLst>
          </p:cNvPr>
          <p:cNvSpPr/>
          <p:nvPr userDrawn="1"/>
        </p:nvSpPr>
        <p:spPr>
          <a:xfrm>
            <a:off x="1088146" y="4222527"/>
            <a:ext cx="3013200" cy="1443600"/>
          </a:xfrm>
          <a:prstGeom prst="round2SameRect">
            <a:avLst>
              <a:gd name="adj1" fmla="val 0"/>
              <a:gd name="adj2" fmla="val 1406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7" name="!!Form 2">
            <a:extLst>
              <a:ext uri="{FF2B5EF4-FFF2-40B4-BE49-F238E27FC236}">
                <a16:creationId xmlns:a16="http://schemas.microsoft.com/office/drawing/2014/main" id="{F804DF99-094D-7160-17C4-5F957DFE46FF}"/>
              </a:ext>
              <a:ext uri="{C183D7F6-B498-43B3-948B-1728B52AA6E4}">
                <adec:decorative xmlns:adec="http://schemas.microsoft.com/office/drawing/2017/decorative" val="1"/>
              </a:ext>
            </a:extLst>
          </p:cNvPr>
          <p:cNvSpPr/>
          <p:nvPr userDrawn="1"/>
        </p:nvSpPr>
        <p:spPr>
          <a:xfrm>
            <a:off x="4309460" y="4218448"/>
            <a:ext cx="3013007" cy="1447680"/>
          </a:xfrm>
          <a:prstGeom prst="round2SameRect">
            <a:avLst>
              <a:gd name="adj1" fmla="val 0"/>
              <a:gd name="adj2" fmla="val 14139"/>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9" name="!!Form 3">
            <a:extLst>
              <a:ext uri="{FF2B5EF4-FFF2-40B4-BE49-F238E27FC236}">
                <a16:creationId xmlns:a16="http://schemas.microsoft.com/office/drawing/2014/main" id="{17FA5378-210C-749A-8F27-96DA68CE5A40}"/>
              </a:ext>
              <a:ext uri="{C183D7F6-B498-43B3-948B-1728B52AA6E4}">
                <adec:decorative xmlns:adec="http://schemas.microsoft.com/office/drawing/2017/decorative" val="1"/>
              </a:ext>
            </a:extLst>
          </p:cNvPr>
          <p:cNvSpPr/>
          <p:nvPr userDrawn="1"/>
        </p:nvSpPr>
        <p:spPr>
          <a:xfrm>
            <a:off x="7537906" y="4218447"/>
            <a:ext cx="3568063" cy="2102400"/>
          </a:xfrm>
          <a:prstGeom prst="round2SameRect">
            <a:avLst>
              <a:gd name="adj1" fmla="val 0"/>
              <a:gd name="adj2" fmla="val 12241"/>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3" name="Slide Number Placeholder 2">
            <a:extLst>
              <a:ext uri="{FF2B5EF4-FFF2-40B4-BE49-F238E27FC236}">
                <a16:creationId xmlns:a16="http://schemas.microsoft.com/office/drawing/2014/main" id="{C690B788-9DAD-CFA5-0BCB-A01A8E22829B}"/>
              </a:ext>
              <a:ext uri="{C183D7F6-B498-43B3-948B-1728B52AA6E4}">
                <adec:decorative xmlns:adec="http://schemas.microsoft.com/office/drawing/2017/decorative" val="1"/>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3C5C8A53-162E-7A3F-543D-343E14BD99EE}"/>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GB"/>
          </a:p>
        </p:txBody>
      </p:sp>
      <p:sp>
        <p:nvSpPr>
          <p:cNvPr id="37" name="Image 1">
            <a:extLst>
              <a:ext uri="{FF2B5EF4-FFF2-40B4-BE49-F238E27FC236}">
                <a16:creationId xmlns:a16="http://schemas.microsoft.com/office/drawing/2014/main" id="{F38BACCD-B354-5D0D-EB63-83F1B9D91F00}"/>
              </a:ext>
            </a:extLst>
          </p:cNvPr>
          <p:cNvSpPr>
            <a:spLocks noGrp="1"/>
          </p:cNvSpPr>
          <p:nvPr>
            <p:ph type="pic" sz="quarter" idx="12" hasCustomPrompt="1"/>
          </p:nvPr>
        </p:nvSpPr>
        <p:spPr>
          <a:xfrm>
            <a:off x="1088146" y="1191600"/>
            <a:ext cx="3013592" cy="3034800"/>
          </a:xfrm>
          <a:custGeom>
            <a:avLst/>
            <a:gdLst>
              <a:gd name="connsiteX0" fmla="*/ 213726 w 3013200"/>
              <a:gd name="connsiteY0" fmla="*/ 0 h 3034800"/>
              <a:gd name="connsiteX1" fmla="*/ 2799474 w 3013200"/>
              <a:gd name="connsiteY1" fmla="*/ 0 h 3034800"/>
              <a:gd name="connsiteX2" fmla="*/ 3013200 w 3013200"/>
              <a:gd name="connsiteY2" fmla="*/ 213726 h 3034800"/>
              <a:gd name="connsiteX3" fmla="*/ 3013200 w 3013200"/>
              <a:gd name="connsiteY3" fmla="*/ 3034800 h 3034800"/>
              <a:gd name="connsiteX4" fmla="*/ 0 w 3013200"/>
              <a:gd name="connsiteY4" fmla="*/ 3034800 h 3034800"/>
              <a:gd name="connsiteX5" fmla="*/ 0 w 3013200"/>
              <a:gd name="connsiteY5" fmla="*/ 213726 h 3034800"/>
              <a:gd name="connsiteX6" fmla="*/ 213726 w 3013200"/>
              <a:gd name="connsiteY6" fmla="*/ 0 h 30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3200" h="3034800">
                <a:moveTo>
                  <a:pt x="213726" y="0"/>
                </a:moveTo>
                <a:lnTo>
                  <a:pt x="2799474" y="0"/>
                </a:lnTo>
                <a:cubicBezTo>
                  <a:pt x="2917512" y="0"/>
                  <a:pt x="3013200" y="95688"/>
                  <a:pt x="3013200" y="213726"/>
                </a:cubicBezTo>
                <a:lnTo>
                  <a:pt x="3013200" y="3034800"/>
                </a:lnTo>
                <a:lnTo>
                  <a:pt x="0" y="3034800"/>
                </a:lnTo>
                <a:lnTo>
                  <a:pt x="0" y="213726"/>
                </a:lnTo>
                <a:cubicBezTo>
                  <a:pt x="0" y="95688"/>
                  <a:pt x="95688" y="0"/>
                  <a:pt x="213726"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1</a:t>
            </a:r>
          </a:p>
        </p:txBody>
      </p:sp>
      <p:sp>
        <p:nvSpPr>
          <p:cNvPr id="21" name="Card Title 1">
            <a:extLst>
              <a:ext uri="{FF2B5EF4-FFF2-40B4-BE49-F238E27FC236}">
                <a16:creationId xmlns:a16="http://schemas.microsoft.com/office/drawing/2014/main" id="{EADAABA4-F5CB-0667-6C75-ECE0ABB02437}"/>
              </a:ext>
            </a:extLst>
          </p:cNvPr>
          <p:cNvSpPr>
            <a:spLocks noGrp="1"/>
          </p:cNvSpPr>
          <p:nvPr>
            <p:ph type="body" sz="quarter" idx="20" hasCustomPrompt="1"/>
          </p:nvPr>
        </p:nvSpPr>
        <p:spPr>
          <a:xfrm>
            <a:off x="1088147" y="4409517"/>
            <a:ext cx="3013200" cy="276999"/>
          </a:xfrm>
        </p:spPr>
        <p:txBody>
          <a:bodyPr lIns="360000" rIns="360000">
            <a:spAutoFit/>
          </a:bodyPr>
          <a:lstStyle>
            <a:lvl1pPr marL="0" indent="0" algn="ctr">
              <a:lnSpc>
                <a:spcPct val="90000"/>
              </a:lnSpc>
              <a:spcBef>
                <a:spcPts val="0"/>
              </a:spcBef>
              <a:buNone/>
              <a:defRPr sz="20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5" name="Text 1">
            <a:extLst>
              <a:ext uri="{FF2B5EF4-FFF2-40B4-BE49-F238E27FC236}">
                <a16:creationId xmlns:a16="http://schemas.microsoft.com/office/drawing/2014/main" id="{7256B910-46FF-2473-9191-6F8E7A099C47}"/>
              </a:ext>
            </a:extLst>
          </p:cNvPr>
          <p:cNvSpPr>
            <a:spLocks noGrp="1"/>
          </p:cNvSpPr>
          <p:nvPr>
            <p:ph type="body" sz="quarter" idx="24" hasCustomPrompt="1"/>
          </p:nvPr>
        </p:nvSpPr>
        <p:spPr>
          <a:xfrm>
            <a:off x="1088147" y="4688746"/>
            <a:ext cx="3013591" cy="465118"/>
          </a:xfrm>
        </p:spPr>
        <p:txBody>
          <a:bodyPr lIns="360000" tIns="72000" rIns="360000">
            <a:spAutoFit/>
          </a:bodyPr>
          <a:lstStyle>
            <a:lvl1pPr marL="0" indent="0" algn="ctr">
              <a:lnSpc>
                <a:spcPct val="110000"/>
              </a:lnSpc>
              <a:spcBef>
                <a:spcPts val="0"/>
              </a:spcBef>
              <a:buNone/>
              <a:defRPr sz="1200" b="0" i="0">
                <a:solidFill>
                  <a:schemeClr val="bg1"/>
                </a:solidFill>
                <a:latin typeface="+mn-lt"/>
              </a:defRPr>
            </a:lvl1pPr>
            <a:lvl2pPr marL="0" indent="0" algn="ctr">
              <a:lnSpc>
                <a:spcPct val="110000"/>
              </a:lnSpc>
              <a:spcBef>
                <a:spcPts val="0"/>
              </a:spcBef>
              <a:buFont typeface="Arial" panose="020B0604020202020204" pitchFamily="34" charset="0"/>
              <a:buNone/>
              <a:defRPr sz="12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11" name="Picture Placeholder 10">
            <a:extLst>
              <a:ext uri="{FF2B5EF4-FFF2-40B4-BE49-F238E27FC236}">
                <a16:creationId xmlns:a16="http://schemas.microsoft.com/office/drawing/2014/main" id="{214FE34B-F7EE-8527-7C0A-E3EB4F759B32}"/>
              </a:ext>
            </a:extLst>
          </p:cNvPr>
          <p:cNvSpPr>
            <a:spLocks noGrp="1" noChangeAspect="1"/>
          </p:cNvSpPr>
          <p:nvPr>
            <p:ph type="pic" sz="quarter" idx="30" hasCustomPrompt="1"/>
          </p:nvPr>
        </p:nvSpPr>
        <p:spPr>
          <a:xfrm>
            <a:off x="4309460" y="1191602"/>
            <a:ext cx="3013591" cy="3034797"/>
          </a:xfrm>
          <a:custGeom>
            <a:avLst/>
            <a:gdLst>
              <a:gd name="connsiteX0" fmla="*/ 213727 w 3013199"/>
              <a:gd name="connsiteY0" fmla="*/ 0 h 3034797"/>
              <a:gd name="connsiteX1" fmla="*/ 2799473 w 3013199"/>
              <a:gd name="connsiteY1" fmla="*/ 0 h 3034797"/>
              <a:gd name="connsiteX2" fmla="*/ 3013199 w 3013199"/>
              <a:gd name="connsiteY2" fmla="*/ 213726 h 3034797"/>
              <a:gd name="connsiteX3" fmla="*/ 3013199 w 3013199"/>
              <a:gd name="connsiteY3" fmla="*/ 3034797 h 3034797"/>
              <a:gd name="connsiteX4" fmla="*/ 0 w 3013199"/>
              <a:gd name="connsiteY4" fmla="*/ 3034797 h 3034797"/>
              <a:gd name="connsiteX5" fmla="*/ 0 w 3013199"/>
              <a:gd name="connsiteY5" fmla="*/ 213726 h 3034797"/>
              <a:gd name="connsiteX6" fmla="*/ 213727 w 3013199"/>
              <a:gd name="connsiteY6" fmla="*/ 0 h 3034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3199" h="3034797">
                <a:moveTo>
                  <a:pt x="213727" y="0"/>
                </a:moveTo>
                <a:lnTo>
                  <a:pt x="2799473" y="0"/>
                </a:lnTo>
                <a:cubicBezTo>
                  <a:pt x="2917511" y="0"/>
                  <a:pt x="3013199" y="95688"/>
                  <a:pt x="3013199" y="213726"/>
                </a:cubicBezTo>
                <a:lnTo>
                  <a:pt x="3013199" y="3034797"/>
                </a:lnTo>
                <a:lnTo>
                  <a:pt x="0" y="3034797"/>
                </a:lnTo>
                <a:lnTo>
                  <a:pt x="0" y="213726"/>
                </a:lnTo>
                <a:cubicBezTo>
                  <a:pt x="0" y="95688"/>
                  <a:pt x="95688" y="0"/>
                  <a:pt x="213727"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2</a:t>
            </a:r>
          </a:p>
        </p:txBody>
      </p:sp>
      <p:sp>
        <p:nvSpPr>
          <p:cNvPr id="28" name="Card Title 2">
            <a:extLst>
              <a:ext uri="{FF2B5EF4-FFF2-40B4-BE49-F238E27FC236}">
                <a16:creationId xmlns:a16="http://schemas.microsoft.com/office/drawing/2014/main" id="{EDBD39A7-8C48-88E8-32E2-D5EDAFD57088}"/>
              </a:ext>
            </a:extLst>
          </p:cNvPr>
          <p:cNvSpPr>
            <a:spLocks noGrp="1"/>
          </p:cNvSpPr>
          <p:nvPr>
            <p:ph type="body" sz="quarter" idx="28" hasCustomPrompt="1"/>
          </p:nvPr>
        </p:nvSpPr>
        <p:spPr>
          <a:xfrm>
            <a:off x="4311260" y="4409517"/>
            <a:ext cx="3013591" cy="276999"/>
          </a:xfrm>
        </p:spPr>
        <p:txBody>
          <a:bodyPr wrap="square" lIns="360000" rIns="360000">
            <a:spAutoFit/>
          </a:bodyPr>
          <a:lstStyle>
            <a:lvl1pPr marL="0" indent="0" algn="ctr">
              <a:lnSpc>
                <a:spcPct val="90000"/>
              </a:lnSpc>
              <a:spcBef>
                <a:spcPts val="0"/>
              </a:spcBef>
              <a:buNone/>
              <a:defRPr sz="20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9" name="Text 2">
            <a:extLst>
              <a:ext uri="{FF2B5EF4-FFF2-40B4-BE49-F238E27FC236}">
                <a16:creationId xmlns:a16="http://schemas.microsoft.com/office/drawing/2014/main" id="{B14F490F-2AAA-C579-9C22-18E3F1FAB151}"/>
              </a:ext>
            </a:extLst>
          </p:cNvPr>
          <p:cNvSpPr>
            <a:spLocks noGrp="1"/>
          </p:cNvSpPr>
          <p:nvPr>
            <p:ph type="body" sz="quarter" idx="29" hasCustomPrompt="1"/>
          </p:nvPr>
        </p:nvSpPr>
        <p:spPr>
          <a:xfrm>
            <a:off x="4311261" y="4688746"/>
            <a:ext cx="3013591" cy="465118"/>
          </a:xfrm>
        </p:spPr>
        <p:txBody>
          <a:bodyPr wrap="square" lIns="360000" tIns="72000" rIns="360000">
            <a:spAutoFit/>
          </a:bodyPr>
          <a:lstStyle>
            <a:lvl1pPr marL="0" indent="0" algn="ctr">
              <a:lnSpc>
                <a:spcPct val="110000"/>
              </a:lnSpc>
              <a:spcBef>
                <a:spcPts val="0"/>
              </a:spcBef>
              <a:buNone/>
              <a:defRPr sz="1200" b="0" i="0">
                <a:solidFill>
                  <a:schemeClr val="bg1"/>
                </a:solidFill>
                <a:latin typeface="+mn-lt"/>
              </a:defRPr>
            </a:lvl1pPr>
            <a:lvl2pPr marL="0" indent="0" algn="ctr">
              <a:lnSpc>
                <a:spcPct val="110000"/>
              </a:lnSpc>
              <a:spcBef>
                <a:spcPts val="0"/>
              </a:spcBef>
              <a:buFont typeface="Arial" panose="020B0604020202020204" pitchFamily="34" charset="0"/>
              <a:buNone/>
              <a:defRPr sz="1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6" name="Picture Placeholder 5">
            <a:extLst>
              <a:ext uri="{FF2B5EF4-FFF2-40B4-BE49-F238E27FC236}">
                <a16:creationId xmlns:a16="http://schemas.microsoft.com/office/drawing/2014/main" id="{D400B13D-0409-309B-1131-2A9414999D22}"/>
              </a:ext>
            </a:extLst>
          </p:cNvPr>
          <p:cNvSpPr>
            <a:spLocks noGrp="1" noChangeAspect="1"/>
          </p:cNvSpPr>
          <p:nvPr>
            <p:ph type="pic" sz="quarter" idx="31" hasCustomPrompt="1"/>
          </p:nvPr>
        </p:nvSpPr>
        <p:spPr>
          <a:xfrm>
            <a:off x="7537905" y="540000"/>
            <a:ext cx="3568064" cy="3686400"/>
          </a:xfrm>
          <a:custGeom>
            <a:avLst/>
            <a:gdLst>
              <a:gd name="connsiteX0" fmla="*/ 253050 w 3567600"/>
              <a:gd name="connsiteY0" fmla="*/ 0 h 3686400"/>
              <a:gd name="connsiteX1" fmla="*/ 3314550 w 3567600"/>
              <a:gd name="connsiteY1" fmla="*/ 0 h 3686400"/>
              <a:gd name="connsiteX2" fmla="*/ 3567600 w 3567600"/>
              <a:gd name="connsiteY2" fmla="*/ 253050 h 3686400"/>
              <a:gd name="connsiteX3" fmla="*/ 3567600 w 3567600"/>
              <a:gd name="connsiteY3" fmla="*/ 2772000 h 3686400"/>
              <a:gd name="connsiteX4" fmla="*/ 3567600 w 3567600"/>
              <a:gd name="connsiteY4" fmla="*/ 3591460 h 3686400"/>
              <a:gd name="connsiteX5" fmla="*/ 3567600 w 3567600"/>
              <a:gd name="connsiteY5" fmla="*/ 3686400 h 3686400"/>
              <a:gd name="connsiteX6" fmla="*/ 0 w 3567600"/>
              <a:gd name="connsiteY6" fmla="*/ 3686400 h 3686400"/>
              <a:gd name="connsiteX7" fmla="*/ 0 w 3567600"/>
              <a:gd name="connsiteY7" fmla="*/ 3591460 h 3686400"/>
              <a:gd name="connsiteX8" fmla="*/ 0 w 3567600"/>
              <a:gd name="connsiteY8" fmla="*/ 2772000 h 3686400"/>
              <a:gd name="connsiteX9" fmla="*/ 0 w 3567600"/>
              <a:gd name="connsiteY9" fmla="*/ 253050 h 3686400"/>
              <a:gd name="connsiteX10" fmla="*/ 253050 w 3567600"/>
              <a:gd name="connsiteY10" fmla="*/ 0 h 36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7600" h="3686400">
                <a:moveTo>
                  <a:pt x="253050" y="0"/>
                </a:moveTo>
                <a:lnTo>
                  <a:pt x="3314550" y="0"/>
                </a:lnTo>
                <a:cubicBezTo>
                  <a:pt x="3454305" y="0"/>
                  <a:pt x="3567600" y="113295"/>
                  <a:pt x="3567600" y="253050"/>
                </a:cubicBezTo>
                <a:lnTo>
                  <a:pt x="3567600" y="2772000"/>
                </a:lnTo>
                <a:lnTo>
                  <a:pt x="3567600" y="3591460"/>
                </a:lnTo>
                <a:lnTo>
                  <a:pt x="3567600" y="3686400"/>
                </a:lnTo>
                <a:lnTo>
                  <a:pt x="0" y="3686400"/>
                </a:lnTo>
                <a:lnTo>
                  <a:pt x="0" y="3591460"/>
                </a:lnTo>
                <a:lnTo>
                  <a:pt x="0" y="2772000"/>
                </a:lnTo>
                <a:lnTo>
                  <a:pt x="0" y="253050"/>
                </a:lnTo>
                <a:cubicBezTo>
                  <a:pt x="0" y="113295"/>
                  <a:pt x="113295" y="0"/>
                  <a:pt x="253050"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3</a:t>
            </a:r>
          </a:p>
        </p:txBody>
      </p:sp>
      <p:sp>
        <p:nvSpPr>
          <p:cNvPr id="22" name="Card Title 3">
            <a:extLst>
              <a:ext uri="{FF2B5EF4-FFF2-40B4-BE49-F238E27FC236}">
                <a16:creationId xmlns:a16="http://schemas.microsoft.com/office/drawing/2014/main" id="{598F07C3-8939-0589-7223-A411B20B99AD}"/>
              </a:ext>
            </a:extLst>
          </p:cNvPr>
          <p:cNvSpPr>
            <a:spLocks noGrp="1"/>
          </p:cNvSpPr>
          <p:nvPr>
            <p:ph type="body" sz="quarter" idx="21" hasCustomPrompt="1"/>
          </p:nvPr>
        </p:nvSpPr>
        <p:spPr>
          <a:xfrm>
            <a:off x="7530771" y="4584561"/>
            <a:ext cx="3568064" cy="387798"/>
          </a:xfrm>
        </p:spPr>
        <p:txBody>
          <a:bodyPr wrap="square" lIns="360000" rIns="360000">
            <a:spAutoFit/>
          </a:bodyPr>
          <a:lstStyle>
            <a:lvl1pPr marL="0" indent="0" algn="ctr">
              <a:lnSpc>
                <a:spcPct val="90000"/>
              </a:lnSpc>
              <a:spcBef>
                <a:spcPts val="0"/>
              </a:spcBef>
              <a:buNone/>
              <a:defRPr sz="2800" b="1" i="0">
                <a:solidFill>
                  <a:schemeClr val="bg1"/>
                </a:solidFill>
                <a:latin typeface="+mj-lt"/>
              </a:defRPr>
            </a:lvl1pPr>
            <a:lvl2pPr marL="0" indent="0" algn="ctr">
              <a:lnSpc>
                <a:spcPct val="100000"/>
              </a:lnSpc>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7" name="Text 3">
            <a:extLst>
              <a:ext uri="{FF2B5EF4-FFF2-40B4-BE49-F238E27FC236}">
                <a16:creationId xmlns:a16="http://schemas.microsoft.com/office/drawing/2014/main" id="{6F141E99-2701-AA17-93FD-00F62FB699B5}"/>
              </a:ext>
            </a:extLst>
          </p:cNvPr>
          <p:cNvSpPr>
            <a:spLocks noGrp="1"/>
          </p:cNvSpPr>
          <p:nvPr>
            <p:ph type="body" sz="quarter" idx="26" hasCustomPrompt="1"/>
          </p:nvPr>
        </p:nvSpPr>
        <p:spPr>
          <a:xfrm>
            <a:off x="7530771" y="4977432"/>
            <a:ext cx="3568064" cy="530521"/>
          </a:xfrm>
        </p:spPr>
        <p:txBody>
          <a:bodyPr wrap="square" lIns="360000" tIns="72000" rIns="360000">
            <a:spAutoFit/>
          </a:bodyPr>
          <a:lstStyle>
            <a:lvl1pPr marL="0" indent="0" algn="ctr">
              <a:lnSpc>
                <a:spcPct val="110000"/>
              </a:lnSpc>
              <a:spcBef>
                <a:spcPts val="0"/>
              </a:spcBef>
              <a:buNone/>
              <a:defRPr sz="1400" b="0" i="0">
                <a:solidFill>
                  <a:schemeClr val="bg1"/>
                </a:solidFill>
                <a:latin typeface="+mn-lt"/>
              </a:defRPr>
            </a:lvl1pPr>
            <a:lvl2pPr marL="0" indent="0" algn="ctr">
              <a:lnSpc>
                <a:spcPct val="110000"/>
              </a:lnSpc>
              <a:spcBef>
                <a:spcPts val="0"/>
              </a:spcBef>
              <a:buFont typeface="Arial" panose="020B0604020202020204" pitchFamily="34" charset="0"/>
              <a:buNone/>
              <a:defRPr sz="14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5" name="Date Placeholder 4">
            <a:extLst>
              <a:ext uri="{FF2B5EF4-FFF2-40B4-BE49-F238E27FC236}">
                <a16:creationId xmlns:a16="http://schemas.microsoft.com/office/drawing/2014/main" id="{DE7B083B-2659-3EAD-34DF-643697173AF1}"/>
              </a:ext>
            </a:extLst>
          </p:cNvPr>
          <p:cNvSpPr>
            <a:spLocks noGrp="1"/>
          </p:cNvSpPr>
          <p:nvPr>
            <p:ph type="dt" sz="half" idx="32"/>
          </p:nvPr>
        </p:nvSpPr>
        <p:spPr/>
        <p:txBody>
          <a:bodyPr/>
          <a:lstStyle/>
          <a:p>
            <a:fld id="{DDBD2AC3-8722-074E-8BF2-FA2BE356B1CA}" type="datetime1">
              <a:rPr lang="nb-NO" smtClean="0"/>
              <a:t>23.01.2026</a:t>
            </a:fld>
            <a:endParaRPr lang="en-GB"/>
          </a:p>
        </p:txBody>
      </p:sp>
      <p:sp>
        <p:nvSpPr>
          <p:cNvPr id="8" name="TekstSylinder 50">
            <a:extLst>
              <a:ext uri="{FF2B5EF4-FFF2-40B4-BE49-F238E27FC236}">
                <a16:creationId xmlns:a16="http://schemas.microsoft.com/office/drawing/2014/main" id="{CB077BF0-8879-521C-835B-713971F98A67}"/>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6408468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15:guide id="1" pos="671">
          <p15:clr>
            <a:srgbClr val="FBAE40"/>
          </p15:clr>
        </p15:guide>
        <p15:guide id="2" pos="6992">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Cards Dark">
    <p:bg>
      <p:bgRef idx="1001">
        <a:schemeClr val="bg2"/>
      </p:bgRef>
    </p:bg>
    <p:spTree>
      <p:nvGrpSpPr>
        <p:cNvPr id="1" name=""/>
        <p:cNvGrpSpPr/>
        <p:nvPr/>
      </p:nvGrpSpPr>
      <p:grpSpPr>
        <a:xfrm>
          <a:off x="0" y="0"/>
          <a:ext cx="0" cy="0"/>
          <a:chOff x="0" y="0"/>
          <a:chExt cx="0" cy="0"/>
        </a:xfrm>
      </p:grpSpPr>
      <p:sp>
        <p:nvSpPr>
          <p:cNvPr id="14" name="Rounded Rectangle 9">
            <a:extLst>
              <a:ext uri="{FF2B5EF4-FFF2-40B4-BE49-F238E27FC236}">
                <a16:creationId xmlns:a16="http://schemas.microsoft.com/office/drawing/2014/main" id="{58159106-A0A3-C088-813C-324A86017E37}"/>
              </a:ext>
              <a:ext uri="{C183D7F6-B498-43B3-948B-1728B52AA6E4}">
                <adec:decorative xmlns:adec="http://schemas.microsoft.com/office/drawing/2017/decorative" val="1"/>
              </a:ext>
            </a:extLst>
          </p:cNvPr>
          <p:cNvSpPr/>
          <p:nvPr userDrawn="1"/>
        </p:nvSpPr>
        <p:spPr>
          <a:xfrm>
            <a:off x="6196406" y="2016000"/>
            <a:ext cx="5454710" cy="4313363"/>
          </a:xfrm>
          <a:prstGeom prst="roundRect">
            <a:avLst>
              <a:gd name="adj" fmla="val 594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sz="1800">
              <a:highlight>
                <a:srgbClr val="FFFF00"/>
              </a:highlight>
            </a:endParaRPr>
          </a:p>
        </p:txBody>
      </p:sp>
      <p:sp>
        <p:nvSpPr>
          <p:cNvPr id="15" name="Rounded Rectangle 4">
            <a:extLst>
              <a:ext uri="{FF2B5EF4-FFF2-40B4-BE49-F238E27FC236}">
                <a16:creationId xmlns:a16="http://schemas.microsoft.com/office/drawing/2014/main" id="{A13702CC-9C8D-883D-059E-F0EF5C164023}"/>
              </a:ext>
              <a:ext uri="{C183D7F6-B498-43B3-948B-1728B52AA6E4}">
                <adec:decorative xmlns:adec="http://schemas.microsoft.com/office/drawing/2017/decorative" val="1"/>
              </a:ext>
            </a:extLst>
          </p:cNvPr>
          <p:cNvSpPr/>
          <p:nvPr userDrawn="1"/>
        </p:nvSpPr>
        <p:spPr>
          <a:xfrm>
            <a:off x="540069" y="2016000"/>
            <a:ext cx="5454710" cy="4313363"/>
          </a:xfrm>
          <a:prstGeom prst="roundRect">
            <a:avLst>
              <a:gd name="adj" fmla="val 594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sz="1800" err="1">
              <a:highlight>
                <a:srgbClr val="FFFF00"/>
              </a:highlight>
            </a:endParaRPr>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2" name="Text Placeholder 11">
            <a:extLst>
              <a:ext uri="{FF2B5EF4-FFF2-40B4-BE49-F238E27FC236}">
                <a16:creationId xmlns:a16="http://schemas.microsoft.com/office/drawing/2014/main" id="{E19D7BA0-ADB3-A368-8E19-975B0A5B45A0}"/>
              </a:ext>
            </a:extLst>
          </p:cNvPr>
          <p:cNvSpPr>
            <a:spLocks noGrp="1"/>
          </p:cNvSpPr>
          <p:nvPr>
            <p:ph type="body" sz="quarter" idx="15" hasCustomPrompt="1"/>
          </p:nvPr>
        </p:nvSpPr>
        <p:spPr>
          <a:xfrm>
            <a:off x="720093" y="2016001"/>
            <a:ext cx="5094663" cy="609737"/>
          </a:xfrm>
        </p:spPr>
        <p:txBody>
          <a:bodyPr lIns="180000" tIns="360000" rIns="180000" bIns="0">
            <a:spAutoFit/>
          </a:bodyPr>
          <a:lstStyle>
            <a:lvl1pPr marL="0" indent="0">
              <a:lnSpc>
                <a:spcPct val="100000"/>
              </a:lnSpc>
              <a:spcBef>
                <a:spcPts val="0"/>
              </a:spcBef>
              <a:buNone/>
              <a:defRPr sz="1600">
                <a:solidFill>
                  <a:schemeClr val="accent3"/>
                </a:solidFill>
              </a:defRPr>
            </a:lvl1pPr>
          </a:lstStyle>
          <a:p>
            <a:pPr lvl="0"/>
            <a:r>
              <a:rPr lang="nb" dirty="0"/>
              <a:t>Klikk for å redigere</a:t>
            </a:r>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720093" y="2736324"/>
            <a:ext cx="5094663" cy="3412800"/>
          </a:xfrm>
          <a:prstGeom prst="rect">
            <a:avLst/>
          </a:prstGeom>
          <a:noFill/>
        </p:spPr>
        <p:txBody>
          <a:bodyPr lIns="180000" tIns="0" rIns="180000" bIns="180000"/>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3" name="Text Placeholder 11">
            <a:extLst>
              <a:ext uri="{FF2B5EF4-FFF2-40B4-BE49-F238E27FC236}">
                <a16:creationId xmlns:a16="http://schemas.microsoft.com/office/drawing/2014/main" id="{4859B377-45B2-F8FA-C217-3899332D3006}"/>
              </a:ext>
            </a:extLst>
          </p:cNvPr>
          <p:cNvSpPr>
            <a:spLocks noGrp="1"/>
          </p:cNvSpPr>
          <p:nvPr>
            <p:ph type="body" sz="quarter" idx="16" hasCustomPrompt="1"/>
          </p:nvPr>
        </p:nvSpPr>
        <p:spPr>
          <a:xfrm>
            <a:off x="6376429" y="2016001"/>
            <a:ext cx="5094663" cy="609737"/>
          </a:xfrm>
        </p:spPr>
        <p:txBody>
          <a:bodyPr lIns="180000" tIns="360000" rIns="108000" bIns="0">
            <a:spAutoFit/>
          </a:bodyPr>
          <a:lstStyle>
            <a:lvl1pPr marL="0" indent="0">
              <a:lnSpc>
                <a:spcPct val="100000"/>
              </a:lnSpc>
              <a:spcBef>
                <a:spcPts val="0"/>
              </a:spcBef>
              <a:buNone/>
              <a:defRPr sz="1600">
                <a:solidFill>
                  <a:schemeClr val="accent3"/>
                </a:solidFill>
              </a:defRPr>
            </a:lvl1pPr>
          </a:lstStyle>
          <a:p>
            <a:pPr lvl="0"/>
            <a:r>
              <a:rPr lang="nb" dirty="0"/>
              <a:t>Klikk for å redigere</a:t>
            </a:r>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6376429" y="2736324"/>
            <a:ext cx="5094663" cy="3412800"/>
          </a:xfrm>
          <a:prstGeom prst="rect">
            <a:avLst/>
          </a:prstGeom>
          <a:noFill/>
        </p:spPr>
        <p:txBody>
          <a:bodyPr vert="horz" lIns="180000" tIns="0" rIns="180000" bIns="180000" rtlCol="0">
            <a:noAutofit/>
          </a:bodyPr>
          <a:lstStyle>
            <a:lvl1pPr>
              <a:defRPr lang="en-GB" dirty="0"/>
            </a:lvl1pPr>
            <a:lvl2pPr>
              <a:defRPr lang="en-GB" dirty="0"/>
            </a:lvl2pPr>
            <a:lvl3pPr>
              <a:defRPr lang="en-GB" dirty="0"/>
            </a:lvl3pPr>
            <a:lvl4pPr>
              <a:defRPr lang="en-GB" dirty="0"/>
            </a:lvl4pPr>
            <a:lvl5pPr>
              <a:defRPr lang="nb-NO" dirty="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2" name="Date Placeholder 1">
            <a:extLst>
              <a:ext uri="{FF2B5EF4-FFF2-40B4-BE49-F238E27FC236}">
                <a16:creationId xmlns:a16="http://schemas.microsoft.com/office/drawing/2014/main" id="{999919B8-80ED-4F06-7848-8CEAF79093C6}"/>
              </a:ext>
            </a:extLst>
          </p:cNvPr>
          <p:cNvSpPr>
            <a:spLocks noGrp="1"/>
          </p:cNvSpPr>
          <p:nvPr>
            <p:ph type="dt" sz="half" idx="17"/>
          </p:nvPr>
        </p:nvSpPr>
        <p:spPr/>
        <p:txBody>
          <a:bodyPr/>
          <a:lstStyle/>
          <a:p>
            <a:fld id="{23003A70-5C79-7747-8481-96A9F5BCD085}" type="datetime1">
              <a:rPr lang="nb-NO" smtClean="0"/>
              <a:t>23.01.2026</a:t>
            </a:fld>
            <a:endParaRPr lang="en-GB"/>
          </a:p>
        </p:txBody>
      </p:sp>
      <p:sp>
        <p:nvSpPr>
          <p:cNvPr id="11" name="Tittel 10">
            <a:extLst>
              <a:ext uri="{FF2B5EF4-FFF2-40B4-BE49-F238E27FC236}">
                <a16:creationId xmlns:a16="http://schemas.microsoft.com/office/drawing/2014/main" id="{D534EC88-CA2B-84B2-CAF3-8CADF3A84EB2}"/>
              </a:ext>
            </a:extLst>
          </p:cNvPr>
          <p:cNvSpPr>
            <a:spLocks noGrp="1"/>
          </p:cNvSpPr>
          <p:nvPr>
            <p:ph type="title"/>
          </p:nvPr>
        </p:nvSpPr>
        <p:spPr/>
        <p:txBody>
          <a:bodyPr/>
          <a:lstStyle/>
          <a:p>
            <a:r>
              <a:rPr lang="nb-NO"/>
              <a:t>Klikk for å redigere tittelstil</a:t>
            </a:r>
            <a:endParaRPr lang="en-GB"/>
          </a:p>
        </p:txBody>
      </p:sp>
      <p:sp>
        <p:nvSpPr>
          <p:cNvPr id="5" name="TekstSylinder 50">
            <a:extLst>
              <a:ext uri="{FF2B5EF4-FFF2-40B4-BE49-F238E27FC236}">
                <a16:creationId xmlns:a16="http://schemas.microsoft.com/office/drawing/2014/main" id="{F5E1BFAF-2EFE-BB53-C421-988069E698B6}"/>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4726438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ree Cards Dark">
    <p:bg>
      <p:bgRef idx="1001">
        <a:schemeClr val="bg2"/>
      </p:bgRef>
    </p:bg>
    <p:spTree>
      <p:nvGrpSpPr>
        <p:cNvPr id="1" name=""/>
        <p:cNvGrpSpPr/>
        <p:nvPr/>
      </p:nvGrpSpPr>
      <p:grpSpPr>
        <a:xfrm>
          <a:off x="0" y="0"/>
          <a:ext cx="0" cy="0"/>
          <a:chOff x="0" y="0"/>
          <a:chExt cx="0" cy="0"/>
        </a:xfrm>
      </p:grpSpPr>
      <p:sp>
        <p:nvSpPr>
          <p:cNvPr id="17" name="Form 3">
            <a:extLst>
              <a:ext uri="{FF2B5EF4-FFF2-40B4-BE49-F238E27FC236}">
                <a16:creationId xmlns:a16="http://schemas.microsoft.com/office/drawing/2014/main" id="{046E56DE-06FB-E56F-63EE-4794A1355AB5}"/>
              </a:ext>
              <a:ext uri="{C183D7F6-B498-43B3-948B-1728B52AA6E4}">
                <adec:decorative xmlns:adec="http://schemas.microsoft.com/office/drawing/2017/decorative" val="1"/>
              </a:ext>
            </a:extLst>
          </p:cNvPr>
          <p:cNvSpPr/>
          <p:nvPr userDrawn="1"/>
        </p:nvSpPr>
        <p:spPr>
          <a:xfrm>
            <a:off x="8081630" y="2016000"/>
            <a:ext cx="3569486" cy="4305412"/>
          </a:xfrm>
          <a:prstGeom prst="roundRect">
            <a:avLst>
              <a:gd name="adj" fmla="val 55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8" name="Form 3">
            <a:extLst>
              <a:ext uri="{FF2B5EF4-FFF2-40B4-BE49-F238E27FC236}">
                <a16:creationId xmlns:a16="http://schemas.microsoft.com/office/drawing/2014/main" id="{33D903DD-3E2E-94A0-7F74-9097B18FEEB1}"/>
              </a:ext>
              <a:ext uri="{C183D7F6-B498-43B3-948B-1728B52AA6E4}">
                <adec:decorative xmlns:adec="http://schemas.microsoft.com/office/drawing/2017/decorative" val="1"/>
              </a:ext>
            </a:extLst>
          </p:cNvPr>
          <p:cNvSpPr/>
          <p:nvPr userDrawn="1"/>
        </p:nvSpPr>
        <p:spPr>
          <a:xfrm>
            <a:off x="540071" y="2016000"/>
            <a:ext cx="3569486" cy="4305412"/>
          </a:xfrm>
          <a:prstGeom prst="roundRect">
            <a:avLst>
              <a:gd name="adj" fmla="val 55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9" name="Form 3">
            <a:extLst>
              <a:ext uri="{FF2B5EF4-FFF2-40B4-BE49-F238E27FC236}">
                <a16:creationId xmlns:a16="http://schemas.microsoft.com/office/drawing/2014/main" id="{F5397CF5-2DCB-2CD9-7BA3-C89353E6DAA3}"/>
              </a:ext>
              <a:ext uri="{C183D7F6-B498-43B3-948B-1728B52AA6E4}">
                <adec:decorative xmlns:adec="http://schemas.microsoft.com/office/drawing/2017/decorative" val="1"/>
              </a:ext>
            </a:extLst>
          </p:cNvPr>
          <p:cNvSpPr/>
          <p:nvPr userDrawn="1"/>
        </p:nvSpPr>
        <p:spPr>
          <a:xfrm>
            <a:off x="4310850" y="2016000"/>
            <a:ext cx="3569486" cy="4305412"/>
          </a:xfrm>
          <a:prstGeom prst="roundRect">
            <a:avLst>
              <a:gd name="adj" fmla="val 55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5" name="Text Placeholder 11">
            <a:extLst>
              <a:ext uri="{FF2B5EF4-FFF2-40B4-BE49-F238E27FC236}">
                <a16:creationId xmlns:a16="http://schemas.microsoft.com/office/drawing/2014/main" id="{A201979D-845C-8C75-2E1B-0714E8A43BFC}"/>
              </a:ext>
            </a:extLst>
          </p:cNvPr>
          <p:cNvSpPr>
            <a:spLocks noGrp="1"/>
          </p:cNvSpPr>
          <p:nvPr>
            <p:ph type="body" sz="quarter" idx="16" hasCustomPrompt="1"/>
          </p:nvPr>
        </p:nvSpPr>
        <p:spPr>
          <a:xfrm>
            <a:off x="720804" y="2016001"/>
            <a:ext cx="3208018" cy="609737"/>
          </a:xfrm>
        </p:spPr>
        <p:txBody>
          <a:bodyPr lIns="180000" tIns="360000" rIns="180000" bIns="0">
            <a:spAutoFit/>
          </a:bodyPr>
          <a:lstStyle>
            <a:lvl1pPr marL="0" indent="0">
              <a:lnSpc>
                <a:spcPct val="100000"/>
              </a:lnSpc>
              <a:spcBef>
                <a:spcPts val="0"/>
              </a:spcBef>
              <a:buNone/>
              <a:defRPr sz="1600">
                <a:solidFill>
                  <a:schemeClr val="accent3"/>
                </a:solidFill>
              </a:defRPr>
            </a:lvl1pPr>
          </a:lstStyle>
          <a:p>
            <a:pPr lvl="0"/>
            <a:r>
              <a:rPr lang="nb" dirty="0"/>
              <a:t>Klikk for å redigere</a:t>
            </a:r>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p:nvPr>
        </p:nvSpPr>
        <p:spPr>
          <a:xfrm>
            <a:off x="720804" y="2744222"/>
            <a:ext cx="3208018" cy="3398400"/>
          </a:xfrm>
          <a:prstGeom prst="rect">
            <a:avLst/>
          </a:prstGeom>
          <a:noFill/>
        </p:spPr>
        <p:txBody>
          <a:bodyPr lIns="180000" tIns="0" rIns="180000" bIns="180000"/>
          <a:lstStyle>
            <a:lvl1pPr>
              <a:defRPr sz="1600"/>
            </a:lvl1pPr>
            <a:lvl2pPr>
              <a:defRPr sz="1400"/>
            </a:lvl2pPr>
            <a:lvl3pPr>
              <a:defRPr sz="1200"/>
            </a:lvl3pPr>
            <a:lvl4pPr>
              <a:defRPr sz="1100"/>
            </a:lvl4pPr>
            <a:lvl5pPr>
              <a:defRPr sz="1100"/>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10" name="Text Placeholder 11">
            <a:extLst>
              <a:ext uri="{FF2B5EF4-FFF2-40B4-BE49-F238E27FC236}">
                <a16:creationId xmlns:a16="http://schemas.microsoft.com/office/drawing/2014/main" id="{E68F7B0F-4ECA-6D46-148C-77213B581DEB}"/>
              </a:ext>
            </a:extLst>
          </p:cNvPr>
          <p:cNvSpPr>
            <a:spLocks noGrp="1"/>
          </p:cNvSpPr>
          <p:nvPr>
            <p:ph type="body" sz="quarter" idx="17" hasCustomPrompt="1"/>
          </p:nvPr>
        </p:nvSpPr>
        <p:spPr>
          <a:xfrm>
            <a:off x="4491583" y="2016001"/>
            <a:ext cx="3208018" cy="609737"/>
          </a:xfrm>
        </p:spPr>
        <p:txBody>
          <a:bodyPr lIns="180000" tIns="360000" rIns="180000" bIns="0">
            <a:spAutoFit/>
          </a:bodyPr>
          <a:lstStyle>
            <a:lvl1pPr marL="0" indent="0">
              <a:lnSpc>
                <a:spcPct val="100000"/>
              </a:lnSpc>
              <a:spcBef>
                <a:spcPts val="0"/>
              </a:spcBef>
              <a:buNone/>
              <a:defRPr sz="1600">
                <a:solidFill>
                  <a:schemeClr val="accent3"/>
                </a:solidFill>
              </a:defRPr>
            </a:lvl1pPr>
          </a:lstStyle>
          <a:p>
            <a:pPr lvl="0"/>
            <a:r>
              <a:rPr lang="nb" dirty="0"/>
              <a:t>Klikk for å redigere</a:t>
            </a:r>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p:nvPr>
        </p:nvSpPr>
        <p:spPr>
          <a:xfrm>
            <a:off x="4491583" y="2744222"/>
            <a:ext cx="3208018" cy="3398400"/>
          </a:xfrm>
          <a:prstGeom prst="rect">
            <a:avLst/>
          </a:prstGeom>
          <a:noFill/>
        </p:spPr>
        <p:txBody>
          <a:bodyPr vert="horz" lIns="180000" tIns="0" rIns="180000" bIns="180000" rtlCol="0">
            <a:noAutofit/>
          </a:bodyPr>
          <a:lstStyle>
            <a:lvl1pPr>
              <a:defRPr lang="en-GB" sz="1600" dirty="0"/>
            </a:lvl1pPr>
            <a:lvl2pPr>
              <a:defRPr lang="en-GB" sz="1400" dirty="0"/>
            </a:lvl2pPr>
            <a:lvl3pPr>
              <a:defRPr lang="en-GB" sz="1200" dirty="0"/>
            </a:lvl3pPr>
            <a:lvl4pPr>
              <a:defRPr lang="en-GB" sz="1100" dirty="0"/>
            </a:lvl4pPr>
            <a:lvl5pPr>
              <a:defRPr lang="nb-NO" sz="1100" dirty="0"/>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11" name="Text Placeholder 11">
            <a:extLst>
              <a:ext uri="{FF2B5EF4-FFF2-40B4-BE49-F238E27FC236}">
                <a16:creationId xmlns:a16="http://schemas.microsoft.com/office/drawing/2014/main" id="{D3012DC4-9659-C1DC-66DB-E3DC99FF28A9}"/>
              </a:ext>
            </a:extLst>
          </p:cNvPr>
          <p:cNvSpPr>
            <a:spLocks noGrp="1"/>
          </p:cNvSpPr>
          <p:nvPr>
            <p:ph type="body" sz="quarter" idx="18" hasCustomPrompt="1"/>
          </p:nvPr>
        </p:nvSpPr>
        <p:spPr>
          <a:xfrm>
            <a:off x="8262363" y="2016001"/>
            <a:ext cx="3208018" cy="609737"/>
          </a:xfrm>
        </p:spPr>
        <p:txBody>
          <a:bodyPr lIns="180000" tIns="360000" rIns="180000" bIns="0">
            <a:spAutoFit/>
          </a:bodyPr>
          <a:lstStyle>
            <a:lvl1pPr marL="0" indent="0">
              <a:lnSpc>
                <a:spcPct val="100000"/>
              </a:lnSpc>
              <a:spcBef>
                <a:spcPts val="0"/>
              </a:spcBef>
              <a:buNone/>
              <a:defRPr sz="1600">
                <a:solidFill>
                  <a:schemeClr val="accent3"/>
                </a:solidFill>
              </a:defRPr>
            </a:lvl1pPr>
          </a:lstStyle>
          <a:p>
            <a:pPr lvl="0"/>
            <a:r>
              <a:rPr lang="nb" dirty="0"/>
              <a:t>Klikk for å redigere</a:t>
            </a:r>
          </a:p>
        </p:txBody>
      </p:sp>
      <p:sp>
        <p:nvSpPr>
          <p:cNvPr id="16" name="Content Placeholder 3">
            <a:extLst>
              <a:ext uri="{FF2B5EF4-FFF2-40B4-BE49-F238E27FC236}">
                <a16:creationId xmlns:a16="http://schemas.microsoft.com/office/drawing/2014/main" id="{34702B7F-F993-9E9D-7F5E-6D4D72FF3648}"/>
              </a:ext>
            </a:extLst>
          </p:cNvPr>
          <p:cNvSpPr>
            <a:spLocks noGrp="1"/>
          </p:cNvSpPr>
          <p:nvPr>
            <p:ph sz="half" idx="15"/>
          </p:nvPr>
        </p:nvSpPr>
        <p:spPr>
          <a:xfrm>
            <a:off x="8262363" y="2744222"/>
            <a:ext cx="3208018" cy="3398400"/>
          </a:xfrm>
          <a:prstGeom prst="rect">
            <a:avLst/>
          </a:prstGeom>
          <a:noFill/>
        </p:spPr>
        <p:txBody>
          <a:bodyPr vert="horz" lIns="180000" tIns="0" rIns="180000" bIns="180000" rtlCol="0">
            <a:noAutofit/>
          </a:bodyPr>
          <a:lstStyle>
            <a:lvl1pPr>
              <a:defRPr lang="en-GB" sz="1600" dirty="0"/>
            </a:lvl1pPr>
            <a:lvl2pPr>
              <a:defRPr lang="en-GB" sz="1400" dirty="0"/>
            </a:lvl2pPr>
            <a:lvl3pPr>
              <a:defRPr lang="en-GB" sz="1200" dirty="0"/>
            </a:lvl3pPr>
            <a:lvl4pPr>
              <a:defRPr lang="en-GB" sz="1100" dirty="0"/>
            </a:lvl4pPr>
            <a:lvl5pPr>
              <a:defRPr lang="nb-NO" sz="1100" dirty="0"/>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2" name="Date Placeholder 1">
            <a:extLst>
              <a:ext uri="{FF2B5EF4-FFF2-40B4-BE49-F238E27FC236}">
                <a16:creationId xmlns:a16="http://schemas.microsoft.com/office/drawing/2014/main" id="{60A80A4A-3C1F-D808-5D6E-D4D2D5A8F768}"/>
              </a:ext>
            </a:extLst>
          </p:cNvPr>
          <p:cNvSpPr>
            <a:spLocks noGrp="1"/>
          </p:cNvSpPr>
          <p:nvPr>
            <p:ph type="dt" sz="half" idx="19"/>
          </p:nvPr>
        </p:nvSpPr>
        <p:spPr/>
        <p:txBody>
          <a:bodyPr/>
          <a:lstStyle/>
          <a:p>
            <a:fld id="{F4C446C1-F288-2B46-A82F-B09F310389D6}" type="datetime1">
              <a:rPr lang="nb-NO" smtClean="0"/>
              <a:t>23.01.2026</a:t>
            </a:fld>
            <a:endParaRPr lang="en-GB"/>
          </a:p>
        </p:txBody>
      </p:sp>
      <p:sp>
        <p:nvSpPr>
          <p:cNvPr id="12" name="Tittel 11">
            <a:extLst>
              <a:ext uri="{FF2B5EF4-FFF2-40B4-BE49-F238E27FC236}">
                <a16:creationId xmlns:a16="http://schemas.microsoft.com/office/drawing/2014/main" id="{D3D187D2-9AFF-CD25-BBF0-8660ACE2D330}"/>
              </a:ext>
            </a:extLst>
          </p:cNvPr>
          <p:cNvSpPr>
            <a:spLocks noGrp="1"/>
          </p:cNvSpPr>
          <p:nvPr>
            <p:ph type="title" hasCustomPrompt="1"/>
          </p:nvPr>
        </p:nvSpPr>
        <p:spPr/>
        <p:txBody>
          <a:bodyPr/>
          <a:lstStyle/>
          <a:p>
            <a:r>
              <a:rPr lang="nb" dirty="0"/>
              <a:t>Klikk for å redigere</a:t>
            </a:r>
            <a:endParaRPr lang="en-GB" dirty="0"/>
          </a:p>
        </p:txBody>
      </p:sp>
      <p:sp>
        <p:nvSpPr>
          <p:cNvPr id="6" name="TekstSylinder 50">
            <a:extLst>
              <a:ext uri="{FF2B5EF4-FFF2-40B4-BE49-F238E27FC236}">
                <a16:creationId xmlns:a16="http://schemas.microsoft.com/office/drawing/2014/main" id="{7B228BB0-18AE-5C39-F001-6C6D343982AF}"/>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4938762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ong title Two cards Dark">
    <p:bg>
      <p:bgRef idx="1001">
        <a:schemeClr val="bg2"/>
      </p:bgRef>
    </p:bg>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0CCDA03A-0CC7-7DEA-59D1-590174F5E4D5}"/>
              </a:ext>
              <a:ext uri="{C183D7F6-B498-43B3-948B-1728B52AA6E4}">
                <adec:decorative xmlns:adec="http://schemas.microsoft.com/office/drawing/2017/decorative" val="1"/>
              </a:ext>
            </a:extLst>
          </p:cNvPr>
          <p:cNvSpPr/>
          <p:nvPr/>
        </p:nvSpPr>
        <p:spPr>
          <a:xfrm>
            <a:off x="8081630" y="539750"/>
            <a:ext cx="3569486" cy="5781662"/>
          </a:xfrm>
          <a:prstGeom prst="roundRect">
            <a:avLst>
              <a:gd name="adj" fmla="val 537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lvl="0">
              <a:lnSpc>
                <a:spcPct val="90000"/>
              </a:lnSpc>
              <a:spcAft>
                <a:spcPts val="1000"/>
              </a:spcAft>
            </a:pPr>
            <a:endParaRPr lang="nb-NO"/>
          </a:p>
        </p:txBody>
      </p:sp>
      <p:sp>
        <p:nvSpPr>
          <p:cNvPr id="16" name="Freeform 15">
            <a:extLst>
              <a:ext uri="{FF2B5EF4-FFF2-40B4-BE49-F238E27FC236}">
                <a16:creationId xmlns:a16="http://schemas.microsoft.com/office/drawing/2014/main" id="{B289923D-D57B-C124-3DDA-7822B826FD5D}"/>
              </a:ext>
              <a:ext uri="{C183D7F6-B498-43B3-948B-1728B52AA6E4}">
                <adec:decorative xmlns:adec="http://schemas.microsoft.com/office/drawing/2017/decorative" val="1"/>
              </a:ext>
            </a:extLst>
          </p:cNvPr>
          <p:cNvSpPr/>
          <p:nvPr/>
        </p:nvSpPr>
        <p:spPr>
          <a:xfrm>
            <a:off x="4310850" y="539750"/>
            <a:ext cx="3569486" cy="5781662"/>
          </a:xfrm>
          <a:prstGeom prst="roundRect">
            <a:avLst>
              <a:gd name="adj" fmla="val 537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2" name="Content Placeholder 2">
            <a:extLst>
              <a:ext uri="{FF2B5EF4-FFF2-40B4-BE49-F238E27FC236}">
                <a16:creationId xmlns:a16="http://schemas.microsoft.com/office/drawing/2014/main" id="{16CFF005-7DE6-AC46-A236-32A2EAE4EF5B}"/>
              </a:ext>
            </a:extLst>
          </p:cNvPr>
          <p:cNvSpPr>
            <a:spLocks noGrp="1"/>
          </p:cNvSpPr>
          <p:nvPr>
            <p:ph sz="half" idx="1" hasCustomPrompt="1"/>
          </p:nvPr>
        </p:nvSpPr>
        <p:spPr>
          <a:xfrm>
            <a:off x="4491583" y="1272540"/>
            <a:ext cx="3208018" cy="4867418"/>
          </a:xfrm>
          <a:prstGeom prst="rect">
            <a:avLst/>
          </a:prstGeom>
          <a:noFill/>
        </p:spPr>
        <p:txBody>
          <a:bodyPr lIns="180000" tIns="0" rIns="180000" bIns="180000"/>
          <a:lstStyle>
            <a:lvl1pPr>
              <a:defRPr sz="1400">
                <a:solidFill>
                  <a:schemeClr val="tx1"/>
                </a:solidFill>
              </a:defRPr>
            </a:lvl1pPr>
            <a:lvl2pPr>
              <a:defRPr sz="12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3" name="Content Placeholder 3">
            <a:extLst>
              <a:ext uri="{FF2B5EF4-FFF2-40B4-BE49-F238E27FC236}">
                <a16:creationId xmlns:a16="http://schemas.microsoft.com/office/drawing/2014/main" id="{6670ED02-0E10-EFC7-E50C-D4607D6CC52A}"/>
              </a:ext>
            </a:extLst>
          </p:cNvPr>
          <p:cNvSpPr>
            <a:spLocks noGrp="1"/>
          </p:cNvSpPr>
          <p:nvPr>
            <p:ph sz="half" idx="2" hasCustomPrompt="1"/>
          </p:nvPr>
        </p:nvSpPr>
        <p:spPr>
          <a:xfrm>
            <a:off x="8262363" y="1272540"/>
            <a:ext cx="3208018" cy="4867418"/>
          </a:xfrm>
          <a:prstGeom prst="rect">
            <a:avLst/>
          </a:prstGeom>
          <a:noFill/>
        </p:spPr>
        <p:txBody>
          <a:bodyPr vert="horz" lIns="180000" tIns="0" rIns="180000" bIns="180000" rtlCol="0">
            <a:noAutofit/>
          </a:bodyPr>
          <a:lstStyle>
            <a:lvl1pPr>
              <a:defRPr lang="en-GB" sz="1400" dirty="0">
                <a:solidFill>
                  <a:schemeClr val="tx1"/>
                </a:solidFill>
              </a:defRPr>
            </a:lvl1pPr>
            <a:lvl2pPr>
              <a:defRPr lang="en-GB" sz="1200" dirty="0">
                <a:solidFill>
                  <a:schemeClr val="tx1"/>
                </a:solidFill>
              </a:defRPr>
            </a:lvl2pPr>
            <a:lvl3pPr>
              <a:defRPr lang="en-GB" sz="1100" dirty="0">
                <a:solidFill>
                  <a:schemeClr val="tx1"/>
                </a:solidFill>
              </a:defRPr>
            </a:lvl3pPr>
            <a:lvl4pPr>
              <a:defRPr lang="en-GB" sz="1050" dirty="0">
                <a:solidFill>
                  <a:schemeClr val="tx1"/>
                </a:solidFill>
              </a:defRPr>
            </a:lvl4pPr>
            <a:lvl5pPr>
              <a:defRPr lang="nb-NO" sz="1050" dirty="0">
                <a:solidFill>
                  <a:schemeClr val="tx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1" name="Date Placeholder 10">
            <a:extLst>
              <a:ext uri="{FF2B5EF4-FFF2-40B4-BE49-F238E27FC236}">
                <a16:creationId xmlns:a16="http://schemas.microsoft.com/office/drawing/2014/main" id="{9DDD46EE-FFAE-2672-7A0D-7361C0AA2F00}"/>
              </a:ext>
            </a:extLst>
          </p:cNvPr>
          <p:cNvSpPr>
            <a:spLocks noGrp="1"/>
          </p:cNvSpPr>
          <p:nvPr>
            <p:ph type="dt" sz="half" idx="18"/>
          </p:nvPr>
        </p:nvSpPr>
        <p:spPr/>
        <p:txBody>
          <a:bodyPr/>
          <a:lstStyle/>
          <a:p>
            <a:fld id="{0159F459-2B92-6046-8FF3-29C9D69E4491}" type="datetime1">
              <a:rPr lang="nb-NO" smtClean="0"/>
              <a:t>23.01.2026</a:t>
            </a:fld>
            <a:endParaRPr lang="en-GB"/>
          </a:p>
        </p:txBody>
      </p:sp>
      <p:sp>
        <p:nvSpPr>
          <p:cNvPr id="4" name="Tittel 3">
            <a:extLst>
              <a:ext uri="{FF2B5EF4-FFF2-40B4-BE49-F238E27FC236}">
                <a16:creationId xmlns:a16="http://schemas.microsoft.com/office/drawing/2014/main" id="{973AA600-3340-F2B5-276A-12BFE22C3D67}"/>
              </a:ext>
            </a:extLst>
          </p:cNvPr>
          <p:cNvSpPr>
            <a:spLocks noGrp="1"/>
          </p:cNvSpPr>
          <p:nvPr>
            <p:ph type="title" hasCustomPrompt="1"/>
          </p:nvPr>
        </p:nvSpPr>
        <p:spPr>
          <a:xfrm>
            <a:off x="539998" y="859515"/>
            <a:ext cx="3391200" cy="5328000"/>
          </a:xfrm>
        </p:spPr>
        <p:txBody>
          <a:bodyPr/>
          <a:lstStyle/>
          <a:p>
            <a:r>
              <a:rPr lang="nb" dirty="0"/>
              <a:t>Klikk for å redigere</a:t>
            </a:r>
            <a:endParaRPr lang="en-GB" dirty="0"/>
          </a:p>
        </p:txBody>
      </p:sp>
      <p:sp>
        <p:nvSpPr>
          <p:cNvPr id="14" name="Text Placeholder 11">
            <a:extLst>
              <a:ext uri="{FF2B5EF4-FFF2-40B4-BE49-F238E27FC236}">
                <a16:creationId xmlns:a16="http://schemas.microsoft.com/office/drawing/2014/main" id="{C9CC59E0-F282-0B27-EF23-825DA7522F06}"/>
              </a:ext>
            </a:extLst>
          </p:cNvPr>
          <p:cNvSpPr>
            <a:spLocks noGrp="1"/>
          </p:cNvSpPr>
          <p:nvPr>
            <p:ph type="body" sz="quarter" idx="17" hasCustomPrompt="1"/>
          </p:nvPr>
        </p:nvSpPr>
        <p:spPr>
          <a:xfrm>
            <a:off x="4491583" y="554646"/>
            <a:ext cx="3208018" cy="609737"/>
          </a:xfrm>
        </p:spPr>
        <p:txBody>
          <a:bodyPr lIns="180000" tIns="360000" rIns="180000" bIns="0">
            <a:spAutoFit/>
          </a:bodyPr>
          <a:lstStyle>
            <a:lvl1pPr marL="0" indent="0">
              <a:lnSpc>
                <a:spcPct val="100000"/>
              </a:lnSpc>
              <a:spcBef>
                <a:spcPts val="0"/>
              </a:spcBef>
              <a:buNone/>
              <a:defRPr sz="1600">
                <a:solidFill>
                  <a:schemeClr val="accent3"/>
                </a:solidFill>
              </a:defRPr>
            </a:lvl1pPr>
          </a:lstStyle>
          <a:p>
            <a:pPr lvl="0"/>
            <a:r>
              <a:rPr lang="nb" dirty="0"/>
              <a:t>Klikk for å redigere</a:t>
            </a:r>
          </a:p>
        </p:txBody>
      </p:sp>
      <p:sp>
        <p:nvSpPr>
          <p:cNvPr id="15" name="Text Placeholder 11">
            <a:extLst>
              <a:ext uri="{FF2B5EF4-FFF2-40B4-BE49-F238E27FC236}">
                <a16:creationId xmlns:a16="http://schemas.microsoft.com/office/drawing/2014/main" id="{2AA90381-AAE8-1EB2-B995-3408932DB146}"/>
              </a:ext>
            </a:extLst>
          </p:cNvPr>
          <p:cNvSpPr>
            <a:spLocks noGrp="1"/>
          </p:cNvSpPr>
          <p:nvPr>
            <p:ph type="body" sz="quarter" idx="19" hasCustomPrompt="1"/>
          </p:nvPr>
        </p:nvSpPr>
        <p:spPr>
          <a:xfrm>
            <a:off x="8262363" y="554646"/>
            <a:ext cx="3208018" cy="609737"/>
          </a:xfrm>
        </p:spPr>
        <p:txBody>
          <a:bodyPr lIns="180000" tIns="360000" rIns="180000" bIns="0">
            <a:spAutoFit/>
          </a:bodyPr>
          <a:lstStyle>
            <a:lvl1pPr marL="0" indent="0">
              <a:lnSpc>
                <a:spcPct val="100000"/>
              </a:lnSpc>
              <a:spcBef>
                <a:spcPts val="0"/>
              </a:spcBef>
              <a:buNone/>
              <a:defRPr sz="1600">
                <a:solidFill>
                  <a:schemeClr val="accent3"/>
                </a:solidFill>
              </a:defRPr>
            </a:lvl1pPr>
          </a:lstStyle>
          <a:p>
            <a:pPr lvl="0"/>
            <a:r>
              <a:rPr lang="nb" dirty="0"/>
              <a:t>Klikk for å redigere</a:t>
            </a:r>
          </a:p>
        </p:txBody>
      </p:sp>
      <p:sp>
        <p:nvSpPr>
          <p:cNvPr id="5" name="TekstSylinder 50">
            <a:extLst>
              <a:ext uri="{FF2B5EF4-FFF2-40B4-BE49-F238E27FC236}">
                <a16:creationId xmlns:a16="http://schemas.microsoft.com/office/drawing/2014/main" id="{CC553E56-800A-386A-4966-A2E6EB56B4A1}"/>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40280017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our Cards Dark">
    <p:bg>
      <p:bgRef idx="1001">
        <a:schemeClr val="bg2"/>
      </p:bgRef>
    </p:bg>
    <p:spTree>
      <p:nvGrpSpPr>
        <p:cNvPr id="1" name=""/>
        <p:cNvGrpSpPr/>
        <p:nvPr/>
      </p:nvGrpSpPr>
      <p:grpSpPr>
        <a:xfrm>
          <a:off x="0" y="0"/>
          <a:ext cx="0" cy="0"/>
          <a:chOff x="0" y="0"/>
          <a:chExt cx="0" cy="0"/>
        </a:xfrm>
      </p:grpSpPr>
      <p:sp>
        <p:nvSpPr>
          <p:cNvPr id="12" name="Form 3">
            <a:extLst>
              <a:ext uri="{FF2B5EF4-FFF2-40B4-BE49-F238E27FC236}">
                <a16:creationId xmlns:a16="http://schemas.microsoft.com/office/drawing/2014/main" id="{CF426E95-00AD-4D30-228D-00C435844EA1}"/>
              </a:ext>
              <a:ext uri="{C183D7F6-B498-43B3-948B-1728B52AA6E4}">
                <adec:decorative xmlns:adec="http://schemas.microsoft.com/office/drawing/2017/decorative" val="1"/>
              </a:ext>
            </a:extLst>
          </p:cNvPr>
          <p:cNvSpPr/>
          <p:nvPr/>
        </p:nvSpPr>
        <p:spPr>
          <a:xfrm>
            <a:off x="4310850" y="539750"/>
            <a:ext cx="3569486" cy="2791845"/>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0" name="Form 3">
            <a:extLst>
              <a:ext uri="{FF2B5EF4-FFF2-40B4-BE49-F238E27FC236}">
                <a16:creationId xmlns:a16="http://schemas.microsoft.com/office/drawing/2014/main" id="{A8BC3E9F-137B-65C7-01B0-C8E3BAEB2685}"/>
              </a:ext>
              <a:ext uri="{C183D7F6-B498-43B3-948B-1728B52AA6E4}">
                <adec:decorative xmlns:adec="http://schemas.microsoft.com/office/drawing/2017/decorative" val="1"/>
              </a:ext>
            </a:extLst>
          </p:cNvPr>
          <p:cNvSpPr/>
          <p:nvPr/>
        </p:nvSpPr>
        <p:spPr>
          <a:xfrm>
            <a:off x="8081630" y="539750"/>
            <a:ext cx="3569486" cy="2791845"/>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3" name="Form 3">
            <a:extLst>
              <a:ext uri="{FF2B5EF4-FFF2-40B4-BE49-F238E27FC236}">
                <a16:creationId xmlns:a16="http://schemas.microsoft.com/office/drawing/2014/main" id="{F95CA071-E491-55D8-EAD9-EF748F2FBACB}"/>
              </a:ext>
              <a:ext uri="{C183D7F6-B498-43B3-948B-1728B52AA6E4}">
                <adec:decorative xmlns:adec="http://schemas.microsoft.com/office/drawing/2017/decorative" val="1"/>
              </a:ext>
            </a:extLst>
          </p:cNvPr>
          <p:cNvSpPr/>
          <p:nvPr/>
        </p:nvSpPr>
        <p:spPr>
          <a:xfrm>
            <a:off x="8081630" y="3529567"/>
            <a:ext cx="3569486" cy="2791845"/>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5" name="Form 3">
            <a:extLst>
              <a:ext uri="{FF2B5EF4-FFF2-40B4-BE49-F238E27FC236}">
                <a16:creationId xmlns:a16="http://schemas.microsoft.com/office/drawing/2014/main" id="{8FD3EC95-6796-F829-099A-1AA7482DA17A}"/>
              </a:ext>
              <a:ext uri="{C183D7F6-B498-43B3-948B-1728B52AA6E4}">
                <adec:decorative xmlns:adec="http://schemas.microsoft.com/office/drawing/2017/decorative" val="1"/>
              </a:ext>
            </a:extLst>
          </p:cNvPr>
          <p:cNvSpPr/>
          <p:nvPr/>
        </p:nvSpPr>
        <p:spPr>
          <a:xfrm>
            <a:off x="4310850" y="3524906"/>
            <a:ext cx="3569486" cy="2796506"/>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2" name="Content Placeholder 2">
            <a:extLst>
              <a:ext uri="{FF2B5EF4-FFF2-40B4-BE49-F238E27FC236}">
                <a16:creationId xmlns:a16="http://schemas.microsoft.com/office/drawing/2014/main" id="{16CFF005-7DE6-AC46-A236-32A2EAE4EF5B}"/>
              </a:ext>
            </a:extLst>
          </p:cNvPr>
          <p:cNvSpPr>
            <a:spLocks noGrp="1"/>
          </p:cNvSpPr>
          <p:nvPr>
            <p:ph sz="half" idx="1" hasCustomPrompt="1"/>
          </p:nvPr>
        </p:nvSpPr>
        <p:spPr>
          <a:xfrm>
            <a:off x="4491583" y="718872"/>
            <a:ext cx="3208018" cy="2433600"/>
          </a:xfrm>
          <a:prstGeom prst="rect">
            <a:avLst/>
          </a:prstGeom>
          <a:noFill/>
        </p:spPr>
        <p:txBody>
          <a:bodyPr lIns="180000" tIns="180000" rIns="180000" bIns="180000"/>
          <a:lstStyle>
            <a:lvl1pPr>
              <a:defRPr sz="1400"/>
            </a:lvl1pPr>
            <a:lvl2pPr>
              <a:defRPr sz="1200"/>
            </a:lvl2pPr>
            <a:lvl3pPr>
              <a:defRPr sz="1100"/>
            </a:lvl3pPr>
            <a:lvl4pPr>
              <a:defRPr sz="1050"/>
            </a:lvl4pPr>
            <a:lvl5pPr>
              <a:defRPr sz="105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3" name="Content Placeholder 3">
            <a:extLst>
              <a:ext uri="{FF2B5EF4-FFF2-40B4-BE49-F238E27FC236}">
                <a16:creationId xmlns:a16="http://schemas.microsoft.com/office/drawing/2014/main" id="{6670ED02-0E10-EFC7-E50C-D4607D6CC52A}"/>
              </a:ext>
            </a:extLst>
          </p:cNvPr>
          <p:cNvSpPr>
            <a:spLocks noGrp="1"/>
          </p:cNvSpPr>
          <p:nvPr>
            <p:ph sz="half" idx="2" hasCustomPrompt="1"/>
          </p:nvPr>
        </p:nvSpPr>
        <p:spPr>
          <a:xfrm>
            <a:off x="8262363" y="718872"/>
            <a:ext cx="3208018" cy="2433600"/>
          </a:xfrm>
          <a:prstGeom prst="rect">
            <a:avLst/>
          </a:prstGeom>
          <a:noFill/>
        </p:spPr>
        <p:txBody>
          <a:bodyPr vert="horz" lIns="180000" tIns="180000" rIns="180000" bIns="180000" rtlCol="0">
            <a:noAutofit/>
          </a:bodyPr>
          <a:lstStyle>
            <a:lvl1pPr>
              <a:defRPr lang="en-GB" sz="1400" dirty="0"/>
            </a:lvl1pPr>
            <a:lvl2pPr>
              <a:defRPr lang="en-GB" sz="1200" dirty="0"/>
            </a:lvl2pPr>
            <a:lvl3pPr>
              <a:defRPr lang="en-GB" sz="1100" dirty="0"/>
            </a:lvl3pPr>
            <a:lvl4pPr>
              <a:defRPr lang="en-GB" sz="1050" dirty="0"/>
            </a:lvl4pPr>
            <a:lvl5pPr>
              <a:defRPr lang="nb-NO" sz="1050" dirty="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44EBA3BE-81F0-8989-7D52-E272B3CC59FF}"/>
              </a:ext>
            </a:extLst>
          </p:cNvPr>
          <p:cNvSpPr>
            <a:spLocks noGrp="1"/>
          </p:cNvSpPr>
          <p:nvPr>
            <p:ph sz="half" idx="16" hasCustomPrompt="1"/>
          </p:nvPr>
        </p:nvSpPr>
        <p:spPr>
          <a:xfrm>
            <a:off x="4492784" y="3706358"/>
            <a:ext cx="3208018" cy="2433600"/>
          </a:xfrm>
          <a:prstGeom prst="rect">
            <a:avLst/>
          </a:prstGeom>
          <a:noFill/>
        </p:spPr>
        <p:txBody>
          <a:bodyPr vert="horz" lIns="180000" tIns="180000" rIns="180000" bIns="180000" rtlCol="0">
            <a:noAutofit/>
          </a:bodyPr>
          <a:lstStyle>
            <a:lvl1pPr>
              <a:defRPr lang="en-GB" sz="1400" dirty="0"/>
            </a:lvl1pPr>
            <a:lvl2pPr>
              <a:defRPr lang="en-GB" sz="1200" dirty="0"/>
            </a:lvl2pPr>
            <a:lvl3pPr>
              <a:defRPr lang="en-GB" sz="1100" dirty="0"/>
            </a:lvl3pPr>
            <a:lvl4pPr>
              <a:defRPr lang="en-GB" sz="1050" dirty="0"/>
            </a:lvl4pPr>
            <a:lvl5pPr>
              <a:defRPr lang="nb-NO" sz="1050" dirty="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5" name="Content Placeholder 3">
            <a:extLst>
              <a:ext uri="{FF2B5EF4-FFF2-40B4-BE49-F238E27FC236}">
                <a16:creationId xmlns:a16="http://schemas.microsoft.com/office/drawing/2014/main" id="{BEFEC5E9-7AFC-4EB8-4ACF-E7D6DF92550A}"/>
              </a:ext>
            </a:extLst>
          </p:cNvPr>
          <p:cNvSpPr>
            <a:spLocks noGrp="1"/>
          </p:cNvSpPr>
          <p:nvPr>
            <p:ph sz="half" idx="17" hasCustomPrompt="1"/>
          </p:nvPr>
        </p:nvSpPr>
        <p:spPr>
          <a:xfrm>
            <a:off x="8262363" y="3708688"/>
            <a:ext cx="3208018" cy="2433600"/>
          </a:xfrm>
          <a:prstGeom prst="rect">
            <a:avLst/>
          </a:prstGeom>
          <a:noFill/>
        </p:spPr>
        <p:txBody>
          <a:bodyPr vert="horz" lIns="180000" tIns="180000" rIns="180000" bIns="180000" rtlCol="0">
            <a:noAutofit/>
          </a:bodyPr>
          <a:lstStyle>
            <a:lvl1pPr>
              <a:defRPr lang="en-GB" sz="1400" dirty="0"/>
            </a:lvl1pPr>
            <a:lvl2pPr>
              <a:defRPr lang="en-GB" sz="1200" dirty="0"/>
            </a:lvl2pPr>
            <a:lvl3pPr>
              <a:defRPr lang="en-GB" sz="1100" dirty="0"/>
            </a:lvl3pPr>
            <a:lvl4pPr>
              <a:defRPr lang="en-GB" sz="1050" dirty="0"/>
            </a:lvl4pPr>
            <a:lvl5pPr>
              <a:defRPr lang="nb-NO" sz="1050" dirty="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1" name="Date Placeholder 10">
            <a:extLst>
              <a:ext uri="{FF2B5EF4-FFF2-40B4-BE49-F238E27FC236}">
                <a16:creationId xmlns:a16="http://schemas.microsoft.com/office/drawing/2014/main" id="{9DDD46EE-FFAE-2672-7A0D-7361C0AA2F00}"/>
              </a:ext>
            </a:extLst>
          </p:cNvPr>
          <p:cNvSpPr>
            <a:spLocks noGrp="1"/>
          </p:cNvSpPr>
          <p:nvPr>
            <p:ph type="dt" sz="half" idx="18"/>
          </p:nvPr>
        </p:nvSpPr>
        <p:spPr/>
        <p:txBody>
          <a:bodyPr/>
          <a:lstStyle/>
          <a:p>
            <a:fld id="{8C84CB55-BA65-7148-9331-9DC925373382}" type="datetime1">
              <a:rPr lang="nb-NO" smtClean="0"/>
              <a:t>23.01.2026</a:t>
            </a:fld>
            <a:endParaRPr lang="en-GB"/>
          </a:p>
        </p:txBody>
      </p:sp>
      <p:sp>
        <p:nvSpPr>
          <p:cNvPr id="14" name="Tittel 13">
            <a:extLst>
              <a:ext uri="{FF2B5EF4-FFF2-40B4-BE49-F238E27FC236}">
                <a16:creationId xmlns:a16="http://schemas.microsoft.com/office/drawing/2014/main" id="{BD26808D-887B-363C-3909-C37E509084DA}"/>
              </a:ext>
            </a:extLst>
          </p:cNvPr>
          <p:cNvSpPr>
            <a:spLocks noGrp="1"/>
          </p:cNvSpPr>
          <p:nvPr>
            <p:ph type="title" hasCustomPrompt="1"/>
          </p:nvPr>
        </p:nvSpPr>
        <p:spPr>
          <a:xfrm>
            <a:off x="539999" y="859515"/>
            <a:ext cx="3391200" cy="5328000"/>
          </a:xfrm>
        </p:spPr>
        <p:txBody>
          <a:bodyPr/>
          <a:lstStyle/>
          <a:p>
            <a:r>
              <a:rPr lang="nb" dirty="0"/>
              <a:t>Klikk for å redigere</a:t>
            </a:r>
            <a:endParaRPr lang="en-GB" dirty="0"/>
          </a:p>
        </p:txBody>
      </p:sp>
      <p:sp>
        <p:nvSpPr>
          <p:cNvPr id="6" name="TekstSylinder 50">
            <a:extLst>
              <a:ext uri="{FF2B5EF4-FFF2-40B4-BE49-F238E27FC236}">
                <a16:creationId xmlns:a16="http://schemas.microsoft.com/office/drawing/2014/main" id="{8C3124C8-52A9-F18A-C827-A5FFF5938C1B}"/>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5959142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ive Cards Dark">
    <p:bg>
      <p:bgRef idx="1001">
        <a:schemeClr val="bg2"/>
      </p:bgRef>
    </p:bg>
    <p:spTree>
      <p:nvGrpSpPr>
        <p:cNvPr id="1" name=""/>
        <p:cNvGrpSpPr/>
        <p:nvPr/>
      </p:nvGrpSpPr>
      <p:grpSpPr>
        <a:xfrm>
          <a:off x="0" y="0"/>
          <a:ext cx="0" cy="0"/>
          <a:chOff x="0" y="0"/>
          <a:chExt cx="0" cy="0"/>
        </a:xfrm>
      </p:grpSpPr>
      <p:sp>
        <p:nvSpPr>
          <p:cNvPr id="12" name="Form 3">
            <a:extLst>
              <a:ext uri="{FF2B5EF4-FFF2-40B4-BE49-F238E27FC236}">
                <a16:creationId xmlns:a16="http://schemas.microsoft.com/office/drawing/2014/main" id="{CF426E95-00AD-4D30-228D-00C435844EA1}"/>
              </a:ext>
              <a:ext uri="{C183D7F6-B498-43B3-948B-1728B52AA6E4}">
                <adec:decorative xmlns:adec="http://schemas.microsoft.com/office/drawing/2017/decorative" val="1"/>
              </a:ext>
            </a:extLst>
          </p:cNvPr>
          <p:cNvSpPr/>
          <p:nvPr/>
        </p:nvSpPr>
        <p:spPr>
          <a:xfrm>
            <a:off x="4310850" y="539750"/>
            <a:ext cx="3569486" cy="2791845"/>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0" name="Form 3">
            <a:extLst>
              <a:ext uri="{FF2B5EF4-FFF2-40B4-BE49-F238E27FC236}">
                <a16:creationId xmlns:a16="http://schemas.microsoft.com/office/drawing/2014/main" id="{A8BC3E9F-137B-65C7-01B0-C8E3BAEB2685}"/>
              </a:ext>
              <a:ext uri="{C183D7F6-B498-43B3-948B-1728B52AA6E4}">
                <adec:decorative xmlns:adec="http://schemas.microsoft.com/office/drawing/2017/decorative" val="1"/>
              </a:ext>
            </a:extLst>
          </p:cNvPr>
          <p:cNvSpPr/>
          <p:nvPr/>
        </p:nvSpPr>
        <p:spPr>
          <a:xfrm>
            <a:off x="8081630" y="539750"/>
            <a:ext cx="3569486" cy="2791845"/>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3" name="Form 3">
            <a:extLst>
              <a:ext uri="{FF2B5EF4-FFF2-40B4-BE49-F238E27FC236}">
                <a16:creationId xmlns:a16="http://schemas.microsoft.com/office/drawing/2014/main" id="{F95CA071-E491-55D8-EAD9-EF748F2FBACB}"/>
              </a:ext>
              <a:ext uri="{C183D7F6-B498-43B3-948B-1728B52AA6E4}">
                <adec:decorative xmlns:adec="http://schemas.microsoft.com/office/drawing/2017/decorative" val="1"/>
              </a:ext>
            </a:extLst>
          </p:cNvPr>
          <p:cNvSpPr/>
          <p:nvPr/>
        </p:nvSpPr>
        <p:spPr>
          <a:xfrm>
            <a:off x="4312051" y="3529567"/>
            <a:ext cx="3569486" cy="2791845"/>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5" name="Form 3">
            <a:extLst>
              <a:ext uri="{FF2B5EF4-FFF2-40B4-BE49-F238E27FC236}">
                <a16:creationId xmlns:a16="http://schemas.microsoft.com/office/drawing/2014/main" id="{8FD3EC95-6796-F829-099A-1AA7482DA17A}"/>
              </a:ext>
              <a:ext uri="{C183D7F6-B498-43B3-948B-1728B52AA6E4}">
                <adec:decorative xmlns:adec="http://schemas.microsoft.com/office/drawing/2017/decorative" val="1"/>
              </a:ext>
            </a:extLst>
          </p:cNvPr>
          <p:cNvSpPr/>
          <p:nvPr/>
        </p:nvSpPr>
        <p:spPr>
          <a:xfrm>
            <a:off x="541271" y="3524906"/>
            <a:ext cx="3569486" cy="2796506"/>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3" name="Form 3">
            <a:extLst>
              <a:ext uri="{FF2B5EF4-FFF2-40B4-BE49-F238E27FC236}">
                <a16:creationId xmlns:a16="http://schemas.microsoft.com/office/drawing/2014/main" id="{5BA2C6B8-2B1B-E4F1-AFFE-BC50D07865A1}"/>
              </a:ext>
              <a:ext uri="{C183D7F6-B498-43B3-948B-1728B52AA6E4}">
                <adec:decorative xmlns:adec="http://schemas.microsoft.com/office/drawing/2017/decorative" val="1"/>
              </a:ext>
            </a:extLst>
          </p:cNvPr>
          <p:cNvSpPr/>
          <p:nvPr/>
        </p:nvSpPr>
        <p:spPr>
          <a:xfrm>
            <a:off x="8081630" y="3529567"/>
            <a:ext cx="3569486" cy="2791845"/>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2" name="Content Placeholder 2">
            <a:extLst>
              <a:ext uri="{FF2B5EF4-FFF2-40B4-BE49-F238E27FC236}">
                <a16:creationId xmlns:a16="http://schemas.microsoft.com/office/drawing/2014/main" id="{3118A869-E6B7-0D50-214F-89FF988922D5}"/>
              </a:ext>
            </a:extLst>
          </p:cNvPr>
          <p:cNvSpPr>
            <a:spLocks noGrp="1"/>
          </p:cNvSpPr>
          <p:nvPr>
            <p:ph sz="half" idx="1" hasCustomPrompt="1"/>
          </p:nvPr>
        </p:nvSpPr>
        <p:spPr>
          <a:xfrm>
            <a:off x="4491583" y="718872"/>
            <a:ext cx="3208018" cy="2433600"/>
          </a:xfrm>
          <a:prstGeom prst="rect">
            <a:avLst/>
          </a:prstGeom>
          <a:noFill/>
        </p:spPr>
        <p:txBody>
          <a:bodyPr lIns="180000" tIns="180000" rIns="180000" bIns="180000"/>
          <a:lstStyle>
            <a:lvl1pPr>
              <a:defRPr sz="1400"/>
            </a:lvl1pPr>
            <a:lvl2pPr>
              <a:defRPr sz="1200"/>
            </a:lvl2pPr>
            <a:lvl3pPr>
              <a:defRPr sz="1100"/>
            </a:lvl3pPr>
            <a:lvl4pPr>
              <a:defRPr sz="1050"/>
            </a:lvl4pPr>
            <a:lvl5pPr>
              <a:defRPr sz="105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5" name="Content Placeholder 3">
            <a:extLst>
              <a:ext uri="{FF2B5EF4-FFF2-40B4-BE49-F238E27FC236}">
                <a16:creationId xmlns:a16="http://schemas.microsoft.com/office/drawing/2014/main" id="{D124AFC3-C301-B628-B150-8163EE6CE283}"/>
              </a:ext>
            </a:extLst>
          </p:cNvPr>
          <p:cNvSpPr>
            <a:spLocks noGrp="1"/>
          </p:cNvSpPr>
          <p:nvPr>
            <p:ph sz="half" idx="2" hasCustomPrompt="1"/>
          </p:nvPr>
        </p:nvSpPr>
        <p:spPr>
          <a:xfrm>
            <a:off x="8262363" y="718872"/>
            <a:ext cx="3208018" cy="2433600"/>
          </a:xfrm>
          <a:prstGeom prst="rect">
            <a:avLst/>
          </a:prstGeom>
          <a:noFill/>
        </p:spPr>
        <p:txBody>
          <a:bodyPr vert="horz" lIns="180000" tIns="180000" rIns="180000" bIns="180000" rtlCol="0">
            <a:noAutofit/>
          </a:bodyPr>
          <a:lstStyle>
            <a:lvl1pPr>
              <a:defRPr lang="en-GB" sz="1400" dirty="0"/>
            </a:lvl1pPr>
            <a:lvl2pPr>
              <a:defRPr lang="en-GB" sz="1200" dirty="0"/>
            </a:lvl2pPr>
            <a:lvl3pPr>
              <a:defRPr lang="en-GB" sz="1100" dirty="0"/>
            </a:lvl3pPr>
            <a:lvl4pPr>
              <a:defRPr lang="en-GB" sz="1050" dirty="0"/>
            </a:lvl4pPr>
            <a:lvl5pPr>
              <a:defRPr lang="nb-NO" sz="1050" dirty="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1" name="Content Placeholder 3">
            <a:extLst>
              <a:ext uri="{FF2B5EF4-FFF2-40B4-BE49-F238E27FC236}">
                <a16:creationId xmlns:a16="http://schemas.microsoft.com/office/drawing/2014/main" id="{5C00913A-4C82-D68D-CED6-3B155B8BD391}"/>
              </a:ext>
            </a:extLst>
          </p:cNvPr>
          <p:cNvSpPr>
            <a:spLocks noGrp="1"/>
          </p:cNvSpPr>
          <p:nvPr>
            <p:ph sz="half" idx="15" hasCustomPrompt="1"/>
          </p:nvPr>
        </p:nvSpPr>
        <p:spPr>
          <a:xfrm>
            <a:off x="722003" y="3706358"/>
            <a:ext cx="3208018" cy="2433600"/>
          </a:xfrm>
          <a:prstGeom prst="rect">
            <a:avLst/>
          </a:prstGeom>
          <a:noFill/>
        </p:spPr>
        <p:txBody>
          <a:bodyPr vert="horz" lIns="180000" tIns="180000" rIns="180000" bIns="180000" rtlCol="0">
            <a:noAutofit/>
          </a:bodyPr>
          <a:lstStyle>
            <a:lvl1pPr>
              <a:defRPr lang="en-GB" sz="1400" dirty="0"/>
            </a:lvl1pPr>
            <a:lvl2pPr>
              <a:defRPr lang="en-GB" sz="1200" dirty="0"/>
            </a:lvl2pPr>
            <a:lvl3pPr>
              <a:defRPr lang="en-GB" sz="1100" dirty="0"/>
            </a:lvl3pPr>
            <a:lvl4pPr>
              <a:defRPr lang="en-GB" sz="1050" dirty="0"/>
            </a:lvl4pPr>
            <a:lvl5pPr>
              <a:defRPr lang="nb-NO" sz="1050" dirty="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4" name="Content Placeholder 3">
            <a:extLst>
              <a:ext uri="{FF2B5EF4-FFF2-40B4-BE49-F238E27FC236}">
                <a16:creationId xmlns:a16="http://schemas.microsoft.com/office/drawing/2014/main" id="{B68D53F3-0DE7-205F-22F3-BE782F513617}"/>
              </a:ext>
            </a:extLst>
          </p:cNvPr>
          <p:cNvSpPr>
            <a:spLocks noGrp="1"/>
          </p:cNvSpPr>
          <p:nvPr>
            <p:ph sz="half" idx="16" hasCustomPrompt="1"/>
          </p:nvPr>
        </p:nvSpPr>
        <p:spPr>
          <a:xfrm>
            <a:off x="4492784" y="3706358"/>
            <a:ext cx="3208018" cy="2433600"/>
          </a:xfrm>
          <a:prstGeom prst="rect">
            <a:avLst/>
          </a:prstGeom>
          <a:noFill/>
        </p:spPr>
        <p:txBody>
          <a:bodyPr vert="horz" lIns="180000" tIns="180000" rIns="180000" bIns="180000" rtlCol="0">
            <a:noAutofit/>
          </a:bodyPr>
          <a:lstStyle>
            <a:lvl1pPr>
              <a:defRPr lang="en-GB" sz="1400" dirty="0"/>
            </a:lvl1pPr>
            <a:lvl2pPr>
              <a:defRPr lang="en-GB" sz="1200" dirty="0"/>
            </a:lvl2pPr>
            <a:lvl3pPr>
              <a:defRPr lang="en-GB" sz="1100" dirty="0"/>
            </a:lvl3pPr>
            <a:lvl4pPr>
              <a:defRPr lang="en-GB" sz="1050" dirty="0"/>
            </a:lvl4pPr>
            <a:lvl5pPr>
              <a:defRPr lang="nb-NO" sz="1050" dirty="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6" name="Content Placeholder 3">
            <a:extLst>
              <a:ext uri="{FF2B5EF4-FFF2-40B4-BE49-F238E27FC236}">
                <a16:creationId xmlns:a16="http://schemas.microsoft.com/office/drawing/2014/main" id="{AA960BCE-A6D2-E72F-E13C-15A4FD29016A}"/>
              </a:ext>
            </a:extLst>
          </p:cNvPr>
          <p:cNvSpPr>
            <a:spLocks noGrp="1"/>
          </p:cNvSpPr>
          <p:nvPr>
            <p:ph sz="half" idx="17" hasCustomPrompt="1"/>
          </p:nvPr>
        </p:nvSpPr>
        <p:spPr>
          <a:xfrm>
            <a:off x="8262363" y="3708688"/>
            <a:ext cx="3208018" cy="2433600"/>
          </a:xfrm>
          <a:prstGeom prst="rect">
            <a:avLst/>
          </a:prstGeom>
          <a:noFill/>
        </p:spPr>
        <p:txBody>
          <a:bodyPr vert="horz" lIns="180000" tIns="180000" rIns="180000" bIns="180000" rtlCol="0">
            <a:noAutofit/>
          </a:bodyPr>
          <a:lstStyle>
            <a:lvl1pPr>
              <a:defRPr lang="en-GB" sz="1400" dirty="0"/>
            </a:lvl1pPr>
            <a:lvl2pPr>
              <a:defRPr lang="en-GB" sz="1200" dirty="0"/>
            </a:lvl2pPr>
            <a:lvl3pPr>
              <a:defRPr lang="en-GB" sz="1100" dirty="0"/>
            </a:lvl3pPr>
            <a:lvl4pPr>
              <a:defRPr lang="en-GB" sz="1050" dirty="0"/>
            </a:lvl4pPr>
            <a:lvl5pPr>
              <a:defRPr lang="nb-NO" sz="1050" dirty="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Date Placeholder 3">
            <a:extLst>
              <a:ext uri="{FF2B5EF4-FFF2-40B4-BE49-F238E27FC236}">
                <a16:creationId xmlns:a16="http://schemas.microsoft.com/office/drawing/2014/main" id="{8F7D0DEC-C96A-B215-D008-B7248CB37715}"/>
              </a:ext>
            </a:extLst>
          </p:cNvPr>
          <p:cNvSpPr>
            <a:spLocks noGrp="1"/>
          </p:cNvSpPr>
          <p:nvPr>
            <p:ph type="dt" sz="half" idx="18"/>
          </p:nvPr>
        </p:nvSpPr>
        <p:spPr/>
        <p:txBody>
          <a:bodyPr/>
          <a:lstStyle/>
          <a:p>
            <a:fld id="{191F43CE-8055-9249-81A3-A76C877C8534}" type="datetime1">
              <a:rPr lang="nb-NO" smtClean="0"/>
              <a:t>23.01.2026</a:t>
            </a:fld>
            <a:endParaRPr lang="en-GB"/>
          </a:p>
        </p:txBody>
      </p:sp>
      <p:sp>
        <p:nvSpPr>
          <p:cNvPr id="17" name="Tittel 16">
            <a:extLst>
              <a:ext uri="{FF2B5EF4-FFF2-40B4-BE49-F238E27FC236}">
                <a16:creationId xmlns:a16="http://schemas.microsoft.com/office/drawing/2014/main" id="{90FBC205-437A-FD72-D465-352591BEB8AD}"/>
              </a:ext>
            </a:extLst>
          </p:cNvPr>
          <p:cNvSpPr>
            <a:spLocks noGrp="1"/>
          </p:cNvSpPr>
          <p:nvPr>
            <p:ph type="title" hasCustomPrompt="1"/>
          </p:nvPr>
        </p:nvSpPr>
        <p:spPr>
          <a:xfrm>
            <a:off x="539999" y="859514"/>
            <a:ext cx="3569486" cy="2292957"/>
          </a:xfrm>
        </p:spPr>
        <p:txBody>
          <a:bodyPr/>
          <a:lstStyle/>
          <a:p>
            <a:r>
              <a:rPr lang="nb" dirty="0"/>
              <a:t>Klikk for å redigere</a:t>
            </a:r>
            <a:endParaRPr lang="en-GB" dirty="0"/>
          </a:p>
        </p:txBody>
      </p:sp>
      <p:sp>
        <p:nvSpPr>
          <p:cNvPr id="6" name="TekstSylinder 50">
            <a:extLst>
              <a:ext uri="{FF2B5EF4-FFF2-40B4-BE49-F238E27FC236}">
                <a16:creationId xmlns:a16="http://schemas.microsoft.com/office/drawing/2014/main" id="{26DAA0CC-6DB4-91C1-9BFB-D1B20E7CBC74}"/>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5124664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wo Cards Soft">
    <p:bg>
      <p:bgRef idx="1001">
        <a:schemeClr val="bg2"/>
      </p:bgRef>
    </p:bg>
    <p:spTree>
      <p:nvGrpSpPr>
        <p:cNvPr id="1" name=""/>
        <p:cNvGrpSpPr/>
        <p:nvPr/>
      </p:nvGrpSpPr>
      <p:grpSpPr>
        <a:xfrm>
          <a:off x="0" y="0"/>
          <a:ext cx="0" cy="0"/>
          <a:chOff x="0" y="0"/>
          <a:chExt cx="0" cy="0"/>
        </a:xfrm>
      </p:grpSpPr>
      <p:sp>
        <p:nvSpPr>
          <p:cNvPr id="10" name="Rounded Rectangle 9">
            <a:extLst>
              <a:ext uri="{FF2B5EF4-FFF2-40B4-BE49-F238E27FC236}">
                <a16:creationId xmlns:a16="http://schemas.microsoft.com/office/drawing/2014/main" id="{FF3A8012-C7C4-15C4-B6EA-B51DC7BC36E5}"/>
              </a:ext>
              <a:ext uri="{C183D7F6-B498-43B3-948B-1728B52AA6E4}">
                <adec:decorative xmlns:adec="http://schemas.microsoft.com/office/drawing/2017/decorative" val="1"/>
              </a:ext>
            </a:extLst>
          </p:cNvPr>
          <p:cNvSpPr/>
          <p:nvPr/>
        </p:nvSpPr>
        <p:spPr>
          <a:xfrm>
            <a:off x="6196406" y="2016000"/>
            <a:ext cx="5454710" cy="4313363"/>
          </a:xfrm>
          <a:prstGeom prst="roundRect">
            <a:avLst>
              <a:gd name="adj" fmla="val 594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sz="1800">
              <a:highlight>
                <a:srgbClr val="FFFF00"/>
              </a:highlight>
            </a:endParaRPr>
          </a:p>
        </p:txBody>
      </p:sp>
      <p:sp>
        <p:nvSpPr>
          <p:cNvPr id="5" name="Rounded Rectangle 4">
            <a:extLst>
              <a:ext uri="{FF2B5EF4-FFF2-40B4-BE49-F238E27FC236}">
                <a16:creationId xmlns:a16="http://schemas.microsoft.com/office/drawing/2014/main" id="{F0549E9E-6D9B-F422-4DC8-E05686B5731E}"/>
              </a:ext>
              <a:ext uri="{C183D7F6-B498-43B3-948B-1728B52AA6E4}">
                <adec:decorative xmlns:adec="http://schemas.microsoft.com/office/drawing/2017/decorative" val="1"/>
              </a:ext>
            </a:extLst>
          </p:cNvPr>
          <p:cNvSpPr/>
          <p:nvPr/>
        </p:nvSpPr>
        <p:spPr>
          <a:xfrm>
            <a:off x="540069" y="2016000"/>
            <a:ext cx="5454710" cy="4313363"/>
          </a:xfrm>
          <a:prstGeom prst="roundRect">
            <a:avLst>
              <a:gd name="adj" fmla="val 594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sz="1800" err="1">
              <a:highlight>
                <a:srgbClr val="FFFF00"/>
              </a:highlight>
            </a:endParaRPr>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2" name="Text Placeholder 11">
            <a:extLst>
              <a:ext uri="{FF2B5EF4-FFF2-40B4-BE49-F238E27FC236}">
                <a16:creationId xmlns:a16="http://schemas.microsoft.com/office/drawing/2014/main" id="{E19D7BA0-ADB3-A368-8E19-975B0A5B45A0}"/>
              </a:ext>
            </a:extLst>
          </p:cNvPr>
          <p:cNvSpPr>
            <a:spLocks noGrp="1"/>
          </p:cNvSpPr>
          <p:nvPr>
            <p:ph type="body" sz="quarter" idx="15" hasCustomPrompt="1"/>
          </p:nvPr>
        </p:nvSpPr>
        <p:spPr>
          <a:xfrm>
            <a:off x="720093" y="2016001"/>
            <a:ext cx="5094663" cy="609737"/>
          </a:xfrm>
        </p:spPr>
        <p:txBody>
          <a:bodyPr lIns="180000" tIns="360000" rIns="180000" bIns="0">
            <a:spAutoFit/>
          </a:bodyPr>
          <a:lstStyle>
            <a:lvl1pPr marL="0" indent="0">
              <a:lnSpc>
                <a:spcPct val="100000"/>
              </a:lnSpc>
              <a:spcBef>
                <a:spcPts val="0"/>
              </a:spcBef>
              <a:buNone/>
              <a:defRPr sz="1600">
                <a:solidFill>
                  <a:schemeClr val="bg2"/>
                </a:solidFill>
              </a:defRPr>
            </a:lvl1pPr>
          </a:lstStyle>
          <a:p>
            <a:pPr lvl="0"/>
            <a:r>
              <a:rPr lang="nb" dirty="0"/>
              <a:t>Klikk for å redigere</a:t>
            </a:r>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720093" y="2736324"/>
            <a:ext cx="5094663" cy="3412800"/>
          </a:xfrm>
          <a:prstGeom prst="rect">
            <a:avLst/>
          </a:prstGeom>
          <a:noFill/>
        </p:spPr>
        <p:txBody>
          <a:bodyPr lIns="180000" tIns="0" rIns="180000" bIns="18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3" name="Text Placeholder 11">
            <a:extLst>
              <a:ext uri="{FF2B5EF4-FFF2-40B4-BE49-F238E27FC236}">
                <a16:creationId xmlns:a16="http://schemas.microsoft.com/office/drawing/2014/main" id="{4859B377-45B2-F8FA-C217-3899332D3006}"/>
              </a:ext>
            </a:extLst>
          </p:cNvPr>
          <p:cNvSpPr>
            <a:spLocks noGrp="1"/>
          </p:cNvSpPr>
          <p:nvPr>
            <p:ph type="body" sz="quarter" idx="16" hasCustomPrompt="1"/>
          </p:nvPr>
        </p:nvSpPr>
        <p:spPr>
          <a:xfrm>
            <a:off x="6376429" y="2016001"/>
            <a:ext cx="5094663" cy="609737"/>
          </a:xfrm>
        </p:spPr>
        <p:txBody>
          <a:bodyPr lIns="180000" tIns="360000" rIns="180000" bIns="0">
            <a:spAutoFit/>
          </a:bodyPr>
          <a:lstStyle>
            <a:lvl1pPr marL="0" indent="0">
              <a:lnSpc>
                <a:spcPct val="100000"/>
              </a:lnSpc>
              <a:spcBef>
                <a:spcPts val="0"/>
              </a:spcBef>
              <a:buNone/>
              <a:defRPr sz="1600">
                <a:solidFill>
                  <a:schemeClr val="bg2"/>
                </a:solidFill>
              </a:defRPr>
            </a:lvl1pPr>
          </a:lstStyle>
          <a:p>
            <a:pPr lvl="0"/>
            <a:r>
              <a:rPr lang="nb" dirty="0"/>
              <a:t>Klikk for å redigere</a:t>
            </a:r>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6376429" y="2736324"/>
            <a:ext cx="5094663" cy="3412800"/>
          </a:xfrm>
          <a:prstGeom prst="rect">
            <a:avLst/>
          </a:prstGeom>
          <a:noFill/>
        </p:spPr>
        <p:txBody>
          <a:bodyPr vert="horz" lIns="180000" tIns="0" rIns="180000" bIns="180000" rtlCol="0">
            <a:noAutofit/>
          </a:bodyPr>
          <a:lstStyle>
            <a:lvl1pPr>
              <a:defRPr lang="en-GB" dirty="0">
                <a:solidFill>
                  <a:schemeClr val="bg1"/>
                </a:solidFill>
              </a:defRPr>
            </a:lvl1pPr>
            <a:lvl2pPr>
              <a:defRPr lang="en-GB" dirty="0">
                <a:solidFill>
                  <a:schemeClr val="bg1"/>
                </a:solidFill>
              </a:defRPr>
            </a:lvl2pPr>
            <a:lvl3pPr>
              <a:defRPr lang="en-GB" dirty="0">
                <a:solidFill>
                  <a:schemeClr val="bg1"/>
                </a:solidFill>
              </a:defRPr>
            </a:lvl3pPr>
            <a:lvl4pPr>
              <a:defRPr lang="en-GB" dirty="0">
                <a:solidFill>
                  <a:schemeClr val="bg1"/>
                </a:solidFill>
              </a:defRPr>
            </a:lvl4pPr>
            <a:lvl5pPr>
              <a:defRPr lang="nb-NO"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7" name="Tittel 16">
            <a:extLst>
              <a:ext uri="{FF2B5EF4-FFF2-40B4-BE49-F238E27FC236}">
                <a16:creationId xmlns:a16="http://schemas.microsoft.com/office/drawing/2014/main" id="{FB512A65-82DF-20F5-B94E-41DD80599FBA}"/>
              </a:ext>
            </a:extLst>
          </p:cNvPr>
          <p:cNvSpPr>
            <a:spLocks noGrp="1"/>
          </p:cNvSpPr>
          <p:nvPr>
            <p:ph type="title" hasCustomPrompt="1"/>
          </p:nvPr>
        </p:nvSpPr>
        <p:spPr/>
        <p:txBody>
          <a:bodyPr/>
          <a:lstStyle/>
          <a:p>
            <a:r>
              <a:rPr lang="nb" dirty="0"/>
              <a:t>Klikk for å redigere</a:t>
            </a:r>
            <a:endParaRPr lang="en-GB" dirty="0"/>
          </a:p>
        </p:txBody>
      </p:sp>
      <p:sp>
        <p:nvSpPr>
          <p:cNvPr id="18" name="Plassholder for dato 17">
            <a:extLst>
              <a:ext uri="{FF2B5EF4-FFF2-40B4-BE49-F238E27FC236}">
                <a16:creationId xmlns:a16="http://schemas.microsoft.com/office/drawing/2014/main" id="{B4A1C09B-24A1-9F2A-6133-FF54F6CCF2E4}"/>
              </a:ext>
            </a:extLst>
          </p:cNvPr>
          <p:cNvSpPr>
            <a:spLocks noGrp="1"/>
          </p:cNvSpPr>
          <p:nvPr>
            <p:ph type="dt" sz="half" idx="17"/>
          </p:nvPr>
        </p:nvSpPr>
        <p:spPr/>
        <p:txBody>
          <a:bodyPr/>
          <a:lstStyle/>
          <a:p>
            <a:fld id="{1D6E5A6E-A02D-E44E-9CCD-81A5BF9290AA}" type="datetime1">
              <a:rPr lang="nb-NO" smtClean="0"/>
              <a:t>23.01.2026</a:t>
            </a:fld>
            <a:endParaRPr lang="en-GB"/>
          </a:p>
        </p:txBody>
      </p:sp>
      <p:sp>
        <p:nvSpPr>
          <p:cNvPr id="19" name="Plassholder for bunntekst 18">
            <a:extLst>
              <a:ext uri="{FF2B5EF4-FFF2-40B4-BE49-F238E27FC236}">
                <a16:creationId xmlns:a16="http://schemas.microsoft.com/office/drawing/2014/main" id="{4EB497AA-0934-340C-218C-3E6E3F2B5A15}"/>
              </a:ext>
            </a:extLst>
          </p:cNvPr>
          <p:cNvSpPr>
            <a:spLocks noGrp="1"/>
          </p:cNvSpPr>
          <p:nvPr>
            <p:ph type="ftr" sz="quarter" idx="18"/>
          </p:nvPr>
        </p:nvSpPr>
        <p:spPr/>
        <p:txBody>
          <a:bodyPr/>
          <a:lstStyle/>
          <a:p>
            <a:endParaRPr lang="en-GB"/>
          </a:p>
        </p:txBody>
      </p:sp>
      <p:sp>
        <p:nvSpPr>
          <p:cNvPr id="20" name="Plassholder for lysbildenummer 19">
            <a:extLst>
              <a:ext uri="{FF2B5EF4-FFF2-40B4-BE49-F238E27FC236}">
                <a16:creationId xmlns:a16="http://schemas.microsoft.com/office/drawing/2014/main" id="{7BE4A901-8216-1DDD-75B9-57B97BB19820}"/>
              </a:ext>
            </a:extLst>
          </p:cNvPr>
          <p:cNvSpPr>
            <a:spLocks noGrp="1"/>
          </p:cNvSpPr>
          <p:nvPr>
            <p:ph type="sldNum" sz="quarter" idx="19"/>
          </p:nvPr>
        </p:nvSpPr>
        <p:spPr/>
        <p:txBody>
          <a:bodyPr/>
          <a:lstStyle/>
          <a:p>
            <a:fld id="{608810A5-7811-344D-9AE9-EC83104FB54D}" type="slidenum">
              <a:rPr lang="en-GB" smtClean="0"/>
              <a:t>‹#›</a:t>
            </a:fld>
            <a:endParaRPr lang="en-GB"/>
          </a:p>
        </p:txBody>
      </p:sp>
      <p:sp>
        <p:nvSpPr>
          <p:cNvPr id="2" name="TekstSylinder 50">
            <a:extLst>
              <a:ext uri="{FF2B5EF4-FFF2-40B4-BE49-F238E27FC236}">
                <a16:creationId xmlns:a16="http://schemas.microsoft.com/office/drawing/2014/main" id="{B310B9A9-D40D-F4FE-B475-EBD70B39A225}"/>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4074489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hree Cards Soft">
    <p:bg>
      <p:bgRef idx="1001">
        <a:schemeClr val="bg2"/>
      </p:bgRef>
    </p:bg>
    <p:spTree>
      <p:nvGrpSpPr>
        <p:cNvPr id="1" name=""/>
        <p:cNvGrpSpPr/>
        <p:nvPr/>
      </p:nvGrpSpPr>
      <p:grpSpPr>
        <a:xfrm>
          <a:off x="0" y="0"/>
          <a:ext cx="0" cy="0"/>
          <a:chOff x="0" y="0"/>
          <a:chExt cx="0" cy="0"/>
        </a:xfrm>
      </p:grpSpPr>
      <p:sp>
        <p:nvSpPr>
          <p:cNvPr id="13" name="Form 3">
            <a:extLst>
              <a:ext uri="{FF2B5EF4-FFF2-40B4-BE49-F238E27FC236}">
                <a16:creationId xmlns:a16="http://schemas.microsoft.com/office/drawing/2014/main" id="{F95CA071-E491-55D8-EAD9-EF748F2FBACB}"/>
              </a:ext>
              <a:ext uri="{C183D7F6-B498-43B3-948B-1728B52AA6E4}">
                <adec:decorative xmlns:adec="http://schemas.microsoft.com/office/drawing/2017/decorative" val="1"/>
              </a:ext>
            </a:extLst>
          </p:cNvPr>
          <p:cNvSpPr/>
          <p:nvPr/>
        </p:nvSpPr>
        <p:spPr>
          <a:xfrm>
            <a:off x="8081630" y="2016000"/>
            <a:ext cx="3569486" cy="4305412"/>
          </a:xfrm>
          <a:prstGeom prst="roundRect">
            <a:avLst>
              <a:gd name="adj" fmla="val 55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4" name="Form 3">
            <a:extLst>
              <a:ext uri="{FF2B5EF4-FFF2-40B4-BE49-F238E27FC236}">
                <a16:creationId xmlns:a16="http://schemas.microsoft.com/office/drawing/2014/main" id="{FADBAD41-F6A9-BAB7-0D9A-32FEC4B687E0}"/>
              </a:ext>
              <a:ext uri="{C183D7F6-B498-43B3-948B-1728B52AA6E4}">
                <adec:decorative xmlns:adec="http://schemas.microsoft.com/office/drawing/2017/decorative" val="1"/>
              </a:ext>
            </a:extLst>
          </p:cNvPr>
          <p:cNvSpPr/>
          <p:nvPr/>
        </p:nvSpPr>
        <p:spPr>
          <a:xfrm>
            <a:off x="540071" y="2016000"/>
            <a:ext cx="3569486" cy="4305412"/>
          </a:xfrm>
          <a:prstGeom prst="roundRect">
            <a:avLst>
              <a:gd name="adj" fmla="val 55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5" name="Form 3">
            <a:extLst>
              <a:ext uri="{FF2B5EF4-FFF2-40B4-BE49-F238E27FC236}">
                <a16:creationId xmlns:a16="http://schemas.microsoft.com/office/drawing/2014/main" id="{8FD3EC95-6796-F829-099A-1AA7482DA17A}"/>
              </a:ext>
              <a:ext uri="{C183D7F6-B498-43B3-948B-1728B52AA6E4}">
                <adec:decorative xmlns:adec="http://schemas.microsoft.com/office/drawing/2017/decorative" val="1"/>
              </a:ext>
            </a:extLst>
          </p:cNvPr>
          <p:cNvSpPr/>
          <p:nvPr/>
        </p:nvSpPr>
        <p:spPr>
          <a:xfrm>
            <a:off x="4310850" y="2016000"/>
            <a:ext cx="3569486" cy="4305412"/>
          </a:xfrm>
          <a:prstGeom prst="roundRect">
            <a:avLst>
              <a:gd name="adj" fmla="val 55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5" name="Text Placeholder 11">
            <a:extLst>
              <a:ext uri="{FF2B5EF4-FFF2-40B4-BE49-F238E27FC236}">
                <a16:creationId xmlns:a16="http://schemas.microsoft.com/office/drawing/2014/main" id="{A201979D-845C-8C75-2E1B-0714E8A43BFC}"/>
              </a:ext>
            </a:extLst>
          </p:cNvPr>
          <p:cNvSpPr>
            <a:spLocks noGrp="1"/>
          </p:cNvSpPr>
          <p:nvPr>
            <p:ph type="body" sz="quarter" idx="16" hasCustomPrompt="1"/>
          </p:nvPr>
        </p:nvSpPr>
        <p:spPr>
          <a:xfrm>
            <a:off x="720804" y="2016001"/>
            <a:ext cx="3208018" cy="609737"/>
          </a:xfrm>
        </p:spPr>
        <p:txBody>
          <a:bodyPr lIns="180000" tIns="360000" rIns="180000" bIns="0">
            <a:spAutoFit/>
          </a:bodyPr>
          <a:lstStyle>
            <a:lvl1pPr marL="0" indent="0">
              <a:lnSpc>
                <a:spcPct val="100000"/>
              </a:lnSpc>
              <a:spcBef>
                <a:spcPts val="0"/>
              </a:spcBef>
              <a:buNone/>
              <a:defRPr sz="1600">
                <a:solidFill>
                  <a:schemeClr val="bg2"/>
                </a:solidFill>
              </a:defRPr>
            </a:lvl1pPr>
          </a:lstStyle>
          <a:p>
            <a:pPr lvl="0"/>
            <a:r>
              <a:rPr lang="nb" dirty="0"/>
              <a:t>Klikk for å redigere</a:t>
            </a:r>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720804" y="2744222"/>
            <a:ext cx="3208018" cy="3398400"/>
          </a:xfrm>
          <a:prstGeom prst="rect">
            <a:avLst/>
          </a:prstGeom>
          <a:noFill/>
        </p:spPr>
        <p:txBody>
          <a:bodyPr lIns="180000" tIns="0" rIns="180000" bIns="180000"/>
          <a:lstStyle>
            <a:lvl1pPr>
              <a:defRPr sz="1400">
                <a:solidFill>
                  <a:schemeClr val="bg1"/>
                </a:solidFill>
              </a:defRPr>
            </a:lvl1pPr>
            <a:lvl2pPr>
              <a:defRPr sz="1200">
                <a:solidFill>
                  <a:schemeClr val="bg1"/>
                </a:solidFill>
              </a:defRPr>
            </a:lvl2pPr>
            <a:lvl3pPr>
              <a:defRPr sz="1100">
                <a:solidFill>
                  <a:schemeClr val="bg1"/>
                </a:solidFill>
              </a:defRPr>
            </a:lvl3pPr>
            <a:lvl4pPr>
              <a:defRPr sz="1050">
                <a:solidFill>
                  <a:schemeClr val="bg1"/>
                </a:solidFill>
              </a:defRPr>
            </a:lvl4pPr>
            <a:lvl5pPr>
              <a:defRPr sz="105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0" name="Text Placeholder 11">
            <a:extLst>
              <a:ext uri="{FF2B5EF4-FFF2-40B4-BE49-F238E27FC236}">
                <a16:creationId xmlns:a16="http://schemas.microsoft.com/office/drawing/2014/main" id="{E68F7B0F-4ECA-6D46-148C-77213B581DEB}"/>
              </a:ext>
            </a:extLst>
          </p:cNvPr>
          <p:cNvSpPr>
            <a:spLocks noGrp="1"/>
          </p:cNvSpPr>
          <p:nvPr>
            <p:ph type="body" sz="quarter" idx="17" hasCustomPrompt="1"/>
          </p:nvPr>
        </p:nvSpPr>
        <p:spPr>
          <a:xfrm>
            <a:off x="4491583" y="2016001"/>
            <a:ext cx="3208018" cy="609737"/>
          </a:xfrm>
        </p:spPr>
        <p:txBody>
          <a:bodyPr lIns="180000" tIns="360000" rIns="180000" bIns="0">
            <a:spAutoFit/>
          </a:bodyPr>
          <a:lstStyle>
            <a:lvl1pPr marL="0" indent="0">
              <a:lnSpc>
                <a:spcPct val="100000"/>
              </a:lnSpc>
              <a:spcBef>
                <a:spcPts val="0"/>
              </a:spcBef>
              <a:buNone/>
              <a:defRPr sz="1600">
                <a:solidFill>
                  <a:schemeClr val="bg2"/>
                </a:solidFill>
              </a:defRPr>
            </a:lvl1pPr>
          </a:lstStyle>
          <a:p>
            <a:pPr lvl="0"/>
            <a:r>
              <a:rPr lang="nb" dirty="0"/>
              <a:t>Klikk for å redigere</a:t>
            </a:r>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4491583" y="2744222"/>
            <a:ext cx="3208018" cy="3398400"/>
          </a:xfrm>
          <a:prstGeom prst="rect">
            <a:avLst/>
          </a:prstGeom>
          <a:noFill/>
        </p:spPr>
        <p:txBody>
          <a:bodyPr vert="horz" lIns="180000" tIns="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1" name="Text Placeholder 11">
            <a:extLst>
              <a:ext uri="{FF2B5EF4-FFF2-40B4-BE49-F238E27FC236}">
                <a16:creationId xmlns:a16="http://schemas.microsoft.com/office/drawing/2014/main" id="{D3012DC4-9659-C1DC-66DB-E3DC99FF28A9}"/>
              </a:ext>
            </a:extLst>
          </p:cNvPr>
          <p:cNvSpPr>
            <a:spLocks noGrp="1"/>
          </p:cNvSpPr>
          <p:nvPr>
            <p:ph type="body" sz="quarter" idx="18" hasCustomPrompt="1"/>
          </p:nvPr>
        </p:nvSpPr>
        <p:spPr>
          <a:xfrm>
            <a:off x="8262363" y="2016001"/>
            <a:ext cx="3208018" cy="609737"/>
          </a:xfrm>
        </p:spPr>
        <p:txBody>
          <a:bodyPr lIns="180000" tIns="360000" rIns="180000" bIns="0">
            <a:spAutoFit/>
          </a:bodyPr>
          <a:lstStyle>
            <a:lvl1pPr marL="0" indent="0">
              <a:lnSpc>
                <a:spcPct val="100000"/>
              </a:lnSpc>
              <a:spcBef>
                <a:spcPts val="0"/>
              </a:spcBef>
              <a:buNone/>
              <a:defRPr sz="1600">
                <a:solidFill>
                  <a:schemeClr val="bg2"/>
                </a:solidFill>
              </a:defRPr>
            </a:lvl1pPr>
          </a:lstStyle>
          <a:p>
            <a:pPr lvl="0"/>
            <a:r>
              <a:rPr lang="nb" dirty="0"/>
              <a:t>Klikk for å redigere</a:t>
            </a:r>
          </a:p>
        </p:txBody>
      </p:sp>
      <p:sp>
        <p:nvSpPr>
          <p:cNvPr id="16" name="Content Placeholder 3">
            <a:extLst>
              <a:ext uri="{FF2B5EF4-FFF2-40B4-BE49-F238E27FC236}">
                <a16:creationId xmlns:a16="http://schemas.microsoft.com/office/drawing/2014/main" id="{34702B7F-F993-9E9D-7F5E-6D4D72FF3648}"/>
              </a:ext>
            </a:extLst>
          </p:cNvPr>
          <p:cNvSpPr>
            <a:spLocks noGrp="1"/>
          </p:cNvSpPr>
          <p:nvPr>
            <p:ph sz="half" idx="15" hasCustomPrompt="1"/>
          </p:nvPr>
        </p:nvSpPr>
        <p:spPr>
          <a:xfrm>
            <a:off x="8262363" y="2744222"/>
            <a:ext cx="3208018" cy="3398400"/>
          </a:xfrm>
          <a:prstGeom prst="rect">
            <a:avLst/>
          </a:prstGeom>
          <a:noFill/>
        </p:spPr>
        <p:txBody>
          <a:bodyPr vert="horz" lIns="180000" tIns="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2" name="Date Placeholder 1">
            <a:extLst>
              <a:ext uri="{FF2B5EF4-FFF2-40B4-BE49-F238E27FC236}">
                <a16:creationId xmlns:a16="http://schemas.microsoft.com/office/drawing/2014/main" id="{60A80A4A-3C1F-D808-5D6E-D4D2D5A8F768}"/>
              </a:ext>
            </a:extLst>
          </p:cNvPr>
          <p:cNvSpPr>
            <a:spLocks noGrp="1"/>
          </p:cNvSpPr>
          <p:nvPr>
            <p:ph type="dt" sz="half" idx="19"/>
          </p:nvPr>
        </p:nvSpPr>
        <p:spPr/>
        <p:txBody>
          <a:bodyPr/>
          <a:lstStyle/>
          <a:p>
            <a:fld id="{C79A838A-CD1B-874B-A963-FDE3BF571F64}" type="datetime1">
              <a:rPr lang="nb-NO" smtClean="0"/>
              <a:t>23.01.2026</a:t>
            </a:fld>
            <a:endParaRPr lang="en-GB"/>
          </a:p>
        </p:txBody>
      </p:sp>
      <p:sp>
        <p:nvSpPr>
          <p:cNvPr id="12" name="Tittel 11">
            <a:extLst>
              <a:ext uri="{FF2B5EF4-FFF2-40B4-BE49-F238E27FC236}">
                <a16:creationId xmlns:a16="http://schemas.microsoft.com/office/drawing/2014/main" id="{56D4F195-DE0A-A577-5436-8F1660B05B6A}"/>
              </a:ext>
            </a:extLst>
          </p:cNvPr>
          <p:cNvSpPr>
            <a:spLocks noGrp="1"/>
          </p:cNvSpPr>
          <p:nvPr>
            <p:ph type="title" hasCustomPrompt="1"/>
          </p:nvPr>
        </p:nvSpPr>
        <p:spPr/>
        <p:txBody>
          <a:bodyPr/>
          <a:lstStyle/>
          <a:p>
            <a:r>
              <a:rPr lang="nb" dirty="0"/>
              <a:t>Klikk for å redigere</a:t>
            </a:r>
            <a:endParaRPr lang="en-GB" dirty="0"/>
          </a:p>
        </p:txBody>
      </p:sp>
      <p:sp>
        <p:nvSpPr>
          <p:cNvPr id="6" name="TekstSylinder 50">
            <a:extLst>
              <a:ext uri="{FF2B5EF4-FFF2-40B4-BE49-F238E27FC236}">
                <a16:creationId xmlns:a16="http://schemas.microsoft.com/office/drawing/2014/main" id="{42DC48DA-E68D-97B8-E9BF-1BD5C6574833}"/>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9044409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Long title Two cards Soft">
    <p:bg>
      <p:bgRef idx="1001">
        <a:schemeClr val="bg2"/>
      </p:bgRef>
    </p:bg>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0CCDA03A-0CC7-7DEA-59D1-590174F5E4D5}"/>
              </a:ext>
              <a:ext uri="{C183D7F6-B498-43B3-948B-1728B52AA6E4}">
                <adec:decorative xmlns:adec="http://schemas.microsoft.com/office/drawing/2017/decorative" val="1"/>
              </a:ext>
            </a:extLst>
          </p:cNvPr>
          <p:cNvSpPr/>
          <p:nvPr/>
        </p:nvSpPr>
        <p:spPr>
          <a:xfrm>
            <a:off x="8081630" y="539750"/>
            <a:ext cx="3569486" cy="5781662"/>
          </a:xfrm>
          <a:prstGeom prst="roundRect">
            <a:avLst>
              <a:gd name="adj" fmla="val 537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lvl="0">
              <a:lnSpc>
                <a:spcPct val="90000"/>
              </a:lnSpc>
              <a:spcAft>
                <a:spcPts val="1000"/>
              </a:spcAft>
            </a:pPr>
            <a:endParaRPr lang="nb-NO"/>
          </a:p>
        </p:txBody>
      </p:sp>
      <p:sp>
        <p:nvSpPr>
          <p:cNvPr id="16" name="Freeform 15">
            <a:extLst>
              <a:ext uri="{FF2B5EF4-FFF2-40B4-BE49-F238E27FC236}">
                <a16:creationId xmlns:a16="http://schemas.microsoft.com/office/drawing/2014/main" id="{B289923D-D57B-C124-3DDA-7822B826FD5D}"/>
              </a:ext>
              <a:ext uri="{C183D7F6-B498-43B3-948B-1728B52AA6E4}">
                <adec:decorative xmlns:adec="http://schemas.microsoft.com/office/drawing/2017/decorative" val="1"/>
              </a:ext>
            </a:extLst>
          </p:cNvPr>
          <p:cNvSpPr/>
          <p:nvPr/>
        </p:nvSpPr>
        <p:spPr>
          <a:xfrm>
            <a:off x="4310850" y="539750"/>
            <a:ext cx="3569486" cy="5781662"/>
          </a:xfrm>
          <a:prstGeom prst="roundRect">
            <a:avLst>
              <a:gd name="adj" fmla="val 537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2" name="Content Placeholder 2">
            <a:extLst>
              <a:ext uri="{FF2B5EF4-FFF2-40B4-BE49-F238E27FC236}">
                <a16:creationId xmlns:a16="http://schemas.microsoft.com/office/drawing/2014/main" id="{16CFF005-7DE6-AC46-A236-32A2EAE4EF5B}"/>
              </a:ext>
            </a:extLst>
          </p:cNvPr>
          <p:cNvSpPr>
            <a:spLocks noGrp="1"/>
          </p:cNvSpPr>
          <p:nvPr>
            <p:ph sz="half" idx="1" hasCustomPrompt="1"/>
          </p:nvPr>
        </p:nvSpPr>
        <p:spPr>
          <a:xfrm>
            <a:off x="4491583" y="1272540"/>
            <a:ext cx="3208018" cy="4867418"/>
          </a:xfrm>
          <a:prstGeom prst="rect">
            <a:avLst/>
          </a:prstGeom>
          <a:noFill/>
        </p:spPr>
        <p:txBody>
          <a:bodyPr lIns="180000" tIns="0" rIns="180000" bIns="180000"/>
          <a:lstStyle>
            <a:lvl1pPr>
              <a:defRPr sz="1400">
                <a:solidFill>
                  <a:schemeClr val="bg1"/>
                </a:solidFill>
              </a:defRPr>
            </a:lvl1pPr>
            <a:lvl2pPr>
              <a:defRPr sz="1200">
                <a:solidFill>
                  <a:schemeClr val="bg1"/>
                </a:solidFill>
              </a:defRPr>
            </a:lvl2pPr>
            <a:lvl3pPr>
              <a:defRPr sz="1100">
                <a:solidFill>
                  <a:schemeClr val="bg1"/>
                </a:solidFill>
              </a:defRPr>
            </a:lvl3pPr>
            <a:lvl4pPr>
              <a:defRPr sz="1050">
                <a:solidFill>
                  <a:schemeClr val="bg1"/>
                </a:solidFill>
              </a:defRPr>
            </a:lvl4pPr>
            <a:lvl5pPr>
              <a:defRPr sz="1050">
                <a:solidFill>
                  <a:schemeClr val="bg1"/>
                </a:solidFill>
              </a:defRPr>
            </a:lvl5pPr>
          </a:lstStyle>
          <a:p>
            <a:pPr lvl="0"/>
            <a:r>
              <a:rPr lang="nb" dirty="0"/>
              <a:t>Klikk for å redigere Andre nivå</a:t>
            </a:r>
          </a:p>
          <a:p>
            <a:pPr lvl="2"/>
            <a:r>
              <a:rPr lang="nb" dirty="0"/>
              <a:t>Tredje nivå</a:t>
            </a:r>
          </a:p>
          <a:p>
            <a:pPr lvl="3"/>
            <a:r>
              <a:rPr lang="nb" dirty="0"/>
              <a:t>Fjerde nivå</a:t>
            </a:r>
          </a:p>
          <a:p>
            <a:pPr lvl="4"/>
            <a:r>
              <a:rPr lang="nb" dirty="0"/>
              <a:t>Femte nivå</a:t>
            </a:r>
            <a:endParaRPr lang="nb-NO" dirty="0"/>
          </a:p>
        </p:txBody>
      </p:sp>
      <p:sp>
        <p:nvSpPr>
          <p:cNvPr id="3" name="Content Placeholder 3">
            <a:extLst>
              <a:ext uri="{FF2B5EF4-FFF2-40B4-BE49-F238E27FC236}">
                <a16:creationId xmlns:a16="http://schemas.microsoft.com/office/drawing/2014/main" id="{6670ED02-0E10-EFC7-E50C-D4607D6CC52A}"/>
              </a:ext>
            </a:extLst>
          </p:cNvPr>
          <p:cNvSpPr>
            <a:spLocks noGrp="1"/>
          </p:cNvSpPr>
          <p:nvPr>
            <p:ph sz="half" idx="2" hasCustomPrompt="1"/>
          </p:nvPr>
        </p:nvSpPr>
        <p:spPr>
          <a:xfrm>
            <a:off x="8262363" y="1272540"/>
            <a:ext cx="3208018" cy="4867418"/>
          </a:xfrm>
          <a:prstGeom prst="rect">
            <a:avLst/>
          </a:prstGeom>
          <a:noFill/>
        </p:spPr>
        <p:txBody>
          <a:bodyPr vert="horz" lIns="180000" tIns="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1" name="Date Placeholder 10">
            <a:extLst>
              <a:ext uri="{FF2B5EF4-FFF2-40B4-BE49-F238E27FC236}">
                <a16:creationId xmlns:a16="http://schemas.microsoft.com/office/drawing/2014/main" id="{9DDD46EE-FFAE-2672-7A0D-7361C0AA2F00}"/>
              </a:ext>
            </a:extLst>
          </p:cNvPr>
          <p:cNvSpPr>
            <a:spLocks noGrp="1"/>
          </p:cNvSpPr>
          <p:nvPr>
            <p:ph type="dt" sz="half" idx="18"/>
          </p:nvPr>
        </p:nvSpPr>
        <p:spPr/>
        <p:txBody>
          <a:bodyPr/>
          <a:lstStyle/>
          <a:p>
            <a:fld id="{7F7A8001-C296-2B4E-8542-84F0BB5D1561}" type="datetime1">
              <a:rPr lang="nb-NO" smtClean="0"/>
              <a:t>23.01.2026</a:t>
            </a:fld>
            <a:endParaRPr lang="en-GB"/>
          </a:p>
        </p:txBody>
      </p:sp>
      <p:sp>
        <p:nvSpPr>
          <p:cNvPr id="4" name="Tittel 3">
            <a:extLst>
              <a:ext uri="{FF2B5EF4-FFF2-40B4-BE49-F238E27FC236}">
                <a16:creationId xmlns:a16="http://schemas.microsoft.com/office/drawing/2014/main" id="{973AA600-3340-F2B5-276A-12BFE22C3D67}"/>
              </a:ext>
            </a:extLst>
          </p:cNvPr>
          <p:cNvSpPr>
            <a:spLocks noGrp="1"/>
          </p:cNvSpPr>
          <p:nvPr>
            <p:ph type="title" hasCustomPrompt="1"/>
          </p:nvPr>
        </p:nvSpPr>
        <p:spPr>
          <a:xfrm>
            <a:off x="539998" y="859515"/>
            <a:ext cx="3391200" cy="5328000"/>
          </a:xfrm>
        </p:spPr>
        <p:txBody>
          <a:bodyPr/>
          <a:lstStyle/>
          <a:p>
            <a:r>
              <a:rPr lang="nb" dirty="0"/>
              <a:t>Klikk for å redigere</a:t>
            </a:r>
            <a:endParaRPr lang="en-GB" dirty="0"/>
          </a:p>
        </p:txBody>
      </p:sp>
      <p:sp>
        <p:nvSpPr>
          <p:cNvPr id="14" name="Text Placeholder 11">
            <a:extLst>
              <a:ext uri="{FF2B5EF4-FFF2-40B4-BE49-F238E27FC236}">
                <a16:creationId xmlns:a16="http://schemas.microsoft.com/office/drawing/2014/main" id="{C9CC59E0-F282-0B27-EF23-825DA7522F06}"/>
              </a:ext>
            </a:extLst>
          </p:cNvPr>
          <p:cNvSpPr>
            <a:spLocks noGrp="1"/>
          </p:cNvSpPr>
          <p:nvPr>
            <p:ph type="body" sz="quarter" idx="17" hasCustomPrompt="1"/>
          </p:nvPr>
        </p:nvSpPr>
        <p:spPr>
          <a:xfrm>
            <a:off x="4491583" y="554646"/>
            <a:ext cx="3208018" cy="609737"/>
          </a:xfrm>
        </p:spPr>
        <p:txBody>
          <a:bodyPr lIns="180000" tIns="360000" rIns="180000" bIns="0">
            <a:spAutoFit/>
          </a:bodyPr>
          <a:lstStyle>
            <a:lvl1pPr marL="0" indent="0">
              <a:lnSpc>
                <a:spcPct val="100000"/>
              </a:lnSpc>
              <a:spcBef>
                <a:spcPts val="0"/>
              </a:spcBef>
              <a:buNone/>
              <a:defRPr sz="1600">
                <a:solidFill>
                  <a:schemeClr val="bg2"/>
                </a:solidFill>
              </a:defRPr>
            </a:lvl1pPr>
          </a:lstStyle>
          <a:p>
            <a:pPr lvl="0"/>
            <a:r>
              <a:rPr lang="nb" dirty="0"/>
              <a:t>Klikk for å redigere</a:t>
            </a:r>
          </a:p>
        </p:txBody>
      </p:sp>
      <p:sp>
        <p:nvSpPr>
          <p:cNvPr id="15" name="Text Placeholder 11">
            <a:extLst>
              <a:ext uri="{FF2B5EF4-FFF2-40B4-BE49-F238E27FC236}">
                <a16:creationId xmlns:a16="http://schemas.microsoft.com/office/drawing/2014/main" id="{2AA90381-AAE8-1EB2-B995-3408932DB146}"/>
              </a:ext>
            </a:extLst>
          </p:cNvPr>
          <p:cNvSpPr>
            <a:spLocks noGrp="1"/>
          </p:cNvSpPr>
          <p:nvPr>
            <p:ph type="body" sz="quarter" idx="19" hasCustomPrompt="1"/>
          </p:nvPr>
        </p:nvSpPr>
        <p:spPr>
          <a:xfrm>
            <a:off x="8262363" y="554646"/>
            <a:ext cx="3208018" cy="609737"/>
          </a:xfrm>
        </p:spPr>
        <p:txBody>
          <a:bodyPr lIns="180000" tIns="360000" rIns="180000" bIns="0">
            <a:spAutoFit/>
          </a:bodyPr>
          <a:lstStyle>
            <a:lvl1pPr marL="0" indent="0">
              <a:lnSpc>
                <a:spcPct val="100000"/>
              </a:lnSpc>
              <a:spcBef>
                <a:spcPts val="0"/>
              </a:spcBef>
              <a:buNone/>
              <a:defRPr sz="1600">
                <a:solidFill>
                  <a:schemeClr val="bg2"/>
                </a:solidFill>
              </a:defRPr>
            </a:lvl1pPr>
          </a:lstStyle>
          <a:p>
            <a:pPr lvl="0"/>
            <a:r>
              <a:rPr lang="nb" dirty="0"/>
              <a:t>Klikk for å redigere</a:t>
            </a:r>
          </a:p>
        </p:txBody>
      </p:sp>
      <p:sp>
        <p:nvSpPr>
          <p:cNvPr id="5" name="TekstSylinder 50">
            <a:extLst>
              <a:ext uri="{FF2B5EF4-FFF2-40B4-BE49-F238E27FC236}">
                <a16:creationId xmlns:a16="http://schemas.microsoft.com/office/drawing/2014/main" id="{C65862A9-7C10-EF97-306C-76078EBBE4C2}"/>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40293923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Four Cards Soft">
    <p:bg>
      <p:bgRef idx="1001">
        <a:schemeClr val="bg2"/>
      </p:bgRef>
    </p:bg>
    <p:spTree>
      <p:nvGrpSpPr>
        <p:cNvPr id="1" name=""/>
        <p:cNvGrpSpPr/>
        <p:nvPr/>
      </p:nvGrpSpPr>
      <p:grpSpPr>
        <a:xfrm>
          <a:off x="0" y="0"/>
          <a:ext cx="0" cy="0"/>
          <a:chOff x="0" y="0"/>
          <a:chExt cx="0" cy="0"/>
        </a:xfrm>
      </p:grpSpPr>
      <p:sp>
        <p:nvSpPr>
          <p:cNvPr id="12" name="Form 3">
            <a:extLst>
              <a:ext uri="{FF2B5EF4-FFF2-40B4-BE49-F238E27FC236}">
                <a16:creationId xmlns:a16="http://schemas.microsoft.com/office/drawing/2014/main" id="{CF426E95-00AD-4D30-228D-00C435844EA1}"/>
              </a:ext>
              <a:ext uri="{C183D7F6-B498-43B3-948B-1728B52AA6E4}">
                <adec:decorative xmlns:adec="http://schemas.microsoft.com/office/drawing/2017/decorative" val="1"/>
              </a:ext>
            </a:extLst>
          </p:cNvPr>
          <p:cNvSpPr/>
          <p:nvPr/>
        </p:nvSpPr>
        <p:spPr>
          <a:xfrm>
            <a:off x="4310850" y="539750"/>
            <a:ext cx="3569486" cy="2791845"/>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0" name="Form 3">
            <a:extLst>
              <a:ext uri="{FF2B5EF4-FFF2-40B4-BE49-F238E27FC236}">
                <a16:creationId xmlns:a16="http://schemas.microsoft.com/office/drawing/2014/main" id="{A8BC3E9F-137B-65C7-01B0-C8E3BAEB2685}"/>
              </a:ext>
              <a:ext uri="{C183D7F6-B498-43B3-948B-1728B52AA6E4}">
                <adec:decorative xmlns:adec="http://schemas.microsoft.com/office/drawing/2017/decorative" val="1"/>
              </a:ext>
            </a:extLst>
          </p:cNvPr>
          <p:cNvSpPr/>
          <p:nvPr/>
        </p:nvSpPr>
        <p:spPr>
          <a:xfrm>
            <a:off x="8081630" y="539750"/>
            <a:ext cx="3569486" cy="2791845"/>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3" name="Form 3">
            <a:extLst>
              <a:ext uri="{FF2B5EF4-FFF2-40B4-BE49-F238E27FC236}">
                <a16:creationId xmlns:a16="http://schemas.microsoft.com/office/drawing/2014/main" id="{F95CA071-E491-55D8-EAD9-EF748F2FBACB}"/>
              </a:ext>
              <a:ext uri="{C183D7F6-B498-43B3-948B-1728B52AA6E4}">
                <adec:decorative xmlns:adec="http://schemas.microsoft.com/office/drawing/2017/decorative" val="1"/>
              </a:ext>
            </a:extLst>
          </p:cNvPr>
          <p:cNvSpPr/>
          <p:nvPr/>
        </p:nvSpPr>
        <p:spPr>
          <a:xfrm>
            <a:off x="8081630" y="3529567"/>
            <a:ext cx="3569486" cy="2791845"/>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5" name="Form 3">
            <a:extLst>
              <a:ext uri="{FF2B5EF4-FFF2-40B4-BE49-F238E27FC236}">
                <a16:creationId xmlns:a16="http://schemas.microsoft.com/office/drawing/2014/main" id="{8FD3EC95-6796-F829-099A-1AA7482DA17A}"/>
              </a:ext>
              <a:ext uri="{C183D7F6-B498-43B3-948B-1728B52AA6E4}">
                <adec:decorative xmlns:adec="http://schemas.microsoft.com/office/drawing/2017/decorative" val="1"/>
              </a:ext>
            </a:extLst>
          </p:cNvPr>
          <p:cNvSpPr/>
          <p:nvPr/>
        </p:nvSpPr>
        <p:spPr>
          <a:xfrm>
            <a:off x="4310850" y="3524906"/>
            <a:ext cx="3569486" cy="2796506"/>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2" name="Content Placeholder 2">
            <a:extLst>
              <a:ext uri="{FF2B5EF4-FFF2-40B4-BE49-F238E27FC236}">
                <a16:creationId xmlns:a16="http://schemas.microsoft.com/office/drawing/2014/main" id="{16CFF005-7DE6-AC46-A236-32A2EAE4EF5B}"/>
              </a:ext>
            </a:extLst>
          </p:cNvPr>
          <p:cNvSpPr>
            <a:spLocks noGrp="1"/>
          </p:cNvSpPr>
          <p:nvPr>
            <p:ph sz="half" idx="1" hasCustomPrompt="1"/>
          </p:nvPr>
        </p:nvSpPr>
        <p:spPr>
          <a:xfrm>
            <a:off x="4491583" y="718872"/>
            <a:ext cx="3208018" cy="2433600"/>
          </a:xfrm>
          <a:prstGeom prst="rect">
            <a:avLst/>
          </a:prstGeom>
          <a:noFill/>
        </p:spPr>
        <p:txBody>
          <a:bodyPr lIns="180000" tIns="180000" rIns="180000" bIns="180000"/>
          <a:lstStyle>
            <a:lvl1pPr>
              <a:defRPr sz="1400">
                <a:solidFill>
                  <a:schemeClr val="bg1"/>
                </a:solidFill>
              </a:defRPr>
            </a:lvl1pPr>
            <a:lvl2pPr>
              <a:defRPr sz="1200">
                <a:solidFill>
                  <a:schemeClr val="bg1"/>
                </a:solidFill>
              </a:defRPr>
            </a:lvl2pPr>
            <a:lvl3pPr>
              <a:defRPr sz="1100">
                <a:solidFill>
                  <a:schemeClr val="bg1"/>
                </a:solidFill>
              </a:defRPr>
            </a:lvl3pPr>
            <a:lvl4pPr>
              <a:defRPr sz="1050">
                <a:solidFill>
                  <a:schemeClr val="bg1"/>
                </a:solidFill>
              </a:defRPr>
            </a:lvl4pPr>
            <a:lvl5pPr>
              <a:defRPr sz="105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3" name="Content Placeholder 3">
            <a:extLst>
              <a:ext uri="{FF2B5EF4-FFF2-40B4-BE49-F238E27FC236}">
                <a16:creationId xmlns:a16="http://schemas.microsoft.com/office/drawing/2014/main" id="{6670ED02-0E10-EFC7-E50C-D4607D6CC52A}"/>
              </a:ext>
            </a:extLst>
          </p:cNvPr>
          <p:cNvSpPr>
            <a:spLocks noGrp="1"/>
          </p:cNvSpPr>
          <p:nvPr>
            <p:ph sz="half" idx="2" hasCustomPrompt="1"/>
          </p:nvPr>
        </p:nvSpPr>
        <p:spPr>
          <a:xfrm>
            <a:off x="8262363" y="718872"/>
            <a:ext cx="3208018" cy="2433600"/>
          </a:xfrm>
          <a:prstGeom prst="rect">
            <a:avLst/>
          </a:prstGeom>
          <a:noFill/>
        </p:spPr>
        <p:txBody>
          <a:bodyPr vert="horz" lIns="180000" tIns="18000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44EBA3BE-81F0-8989-7D52-E272B3CC59FF}"/>
              </a:ext>
            </a:extLst>
          </p:cNvPr>
          <p:cNvSpPr>
            <a:spLocks noGrp="1"/>
          </p:cNvSpPr>
          <p:nvPr>
            <p:ph sz="half" idx="16" hasCustomPrompt="1"/>
          </p:nvPr>
        </p:nvSpPr>
        <p:spPr>
          <a:xfrm>
            <a:off x="4492784" y="3706358"/>
            <a:ext cx="3208018" cy="2433600"/>
          </a:xfrm>
          <a:prstGeom prst="rect">
            <a:avLst/>
          </a:prstGeom>
          <a:noFill/>
        </p:spPr>
        <p:txBody>
          <a:bodyPr vert="horz" lIns="180000" tIns="18000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5" name="Content Placeholder 3">
            <a:extLst>
              <a:ext uri="{FF2B5EF4-FFF2-40B4-BE49-F238E27FC236}">
                <a16:creationId xmlns:a16="http://schemas.microsoft.com/office/drawing/2014/main" id="{BEFEC5E9-7AFC-4EB8-4ACF-E7D6DF92550A}"/>
              </a:ext>
            </a:extLst>
          </p:cNvPr>
          <p:cNvSpPr>
            <a:spLocks noGrp="1"/>
          </p:cNvSpPr>
          <p:nvPr>
            <p:ph sz="half" idx="17" hasCustomPrompt="1"/>
          </p:nvPr>
        </p:nvSpPr>
        <p:spPr>
          <a:xfrm>
            <a:off x="8262363" y="3708688"/>
            <a:ext cx="3208018" cy="2433600"/>
          </a:xfrm>
          <a:prstGeom prst="rect">
            <a:avLst/>
          </a:prstGeom>
          <a:noFill/>
        </p:spPr>
        <p:txBody>
          <a:bodyPr vert="horz" lIns="180000" tIns="18000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1" name="Date Placeholder 10">
            <a:extLst>
              <a:ext uri="{FF2B5EF4-FFF2-40B4-BE49-F238E27FC236}">
                <a16:creationId xmlns:a16="http://schemas.microsoft.com/office/drawing/2014/main" id="{9DDD46EE-FFAE-2672-7A0D-7361C0AA2F00}"/>
              </a:ext>
            </a:extLst>
          </p:cNvPr>
          <p:cNvSpPr>
            <a:spLocks noGrp="1"/>
          </p:cNvSpPr>
          <p:nvPr>
            <p:ph type="dt" sz="half" idx="18"/>
          </p:nvPr>
        </p:nvSpPr>
        <p:spPr/>
        <p:txBody>
          <a:bodyPr/>
          <a:lstStyle/>
          <a:p>
            <a:fld id="{F607ACC0-5180-6B4A-8B0A-49B8289FB7D5}" type="datetime1">
              <a:rPr lang="nb-NO" smtClean="0"/>
              <a:t>23.01.2026</a:t>
            </a:fld>
            <a:endParaRPr lang="en-GB"/>
          </a:p>
        </p:txBody>
      </p:sp>
      <p:sp>
        <p:nvSpPr>
          <p:cNvPr id="14" name="Tittel 13">
            <a:extLst>
              <a:ext uri="{FF2B5EF4-FFF2-40B4-BE49-F238E27FC236}">
                <a16:creationId xmlns:a16="http://schemas.microsoft.com/office/drawing/2014/main" id="{638B95C4-BA14-A0F6-39BD-19DF74A7A1A4}"/>
              </a:ext>
            </a:extLst>
          </p:cNvPr>
          <p:cNvSpPr>
            <a:spLocks noGrp="1"/>
          </p:cNvSpPr>
          <p:nvPr>
            <p:ph type="title" hasCustomPrompt="1"/>
          </p:nvPr>
        </p:nvSpPr>
        <p:spPr>
          <a:xfrm>
            <a:off x="539999" y="859515"/>
            <a:ext cx="3391200" cy="5328000"/>
          </a:xfrm>
        </p:spPr>
        <p:txBody>
          <a:bodyPr/>
          <a:lstStyle/>
          <a:p>
            <a:r>
              <a:rPr lang="nb" dirty="0"/>
              <a:t>Klikk for å redigere</a:t>
            </a:r>
            <a:endParaRPr lang="en-GB" dirty="0"/>
          </a:p>
        </p:txBody>
      </p:sp>
      <p:sp>
        <p:nvSpPr>
          <p:cNvPr id="6" name="TekstSylinder 50">
            <a:extLst>
              <a:ext uri="{FF2B5EF4-FFF2-40B4-BE49-F238E27FC236}">
                <a16:creationId xmlns:a16="http://schemas.microsoft.com/office/drawing/2014/main" id="{C4916927-95BD-B0B9-74F5-33D602447D2A}"/>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7921044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Five Cards Soft">
    <p:bg>
      <p:bgRef idx="1001">
        <a:schemeClr val="bg2"/>
      </p:bgRef>
    </p:bg>
    <p:spTree>
      <p:nvGrpSpPr>
        <p:cNvPr id="1" name=""/>
        <p:cNvGrpSpPr/>
        <p:nvPr/>
      </p:nvGrpSpPr>
      <p:grpSpPr>
        <a:xfrm>
          <a:off x="0" y="0"/>
          <a:ext cx="0" cy="0"/>
          <a:chOff x="0" y="0"/>
          <a:chExt cx="0" cy="0"/>
        </a:xfrm>
      </p:grpSpPr>
      <p:sp>
        <p:nvSpPr>
          <p:cNvPr id="12" name="Form 3">
            <a:extLst>
              <a:ext uri="{FF2B5EF4-FFF2-40B4-BE49-F238E27FC236}">
                <a16:creationId xmlns:a16="http://schemas.microsoft.com/office/drawing/2014/main" id="{CF426E95-00AD-4D30-228D-00C435844EA1}"/>
              </a:ext>
              <a:ext uri="{C183D7F6-B498-43B3-948B-1728B52AA6E4}">
                <adec:decorative xmlns:adec="http://schemas.microsoft.com/office/drawing/2017/decorative" val="1"/>
              </a:ext>
            </a:extLst>
          </p:cNvPr>
          <p:cNvSpPr/>
          <p:nvPr/>
        </p:nvSpPr>
        <p:spPr>
          <a:xfrm>
            <a:off x="4310850" y="539750"/>
            <a:ext cx="3569486" cy="2791845"/>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0" name="Form 3">
            <a:extLst>
              <a:ext uri="{FF2B5EF4-FFF2-40B4-BE49-F238E27FC236}">
                <a16:creationId xmlns:a16="http://schemas.microsoft.com/office/drawing/2014/main" id="{A8BC3E9F-137B-65C7-01B0-C8E3BAEB2685}"/>
              </a:ext>
              <a:ext uri="{C183D7F6-B498-43B3-948B-1728B52AA6E4}">
                <adec:decorative xmlns:adec="http://schemas.microsoft.com/office/drawing/2017/decorative" val="1"/>
              </a:ext>
            </a:extLst>
          </p:cNvPr>
          <p:cNvSpPr/>
          <p:nvPr/>
        </p:nvSpPr>
        <p:spPr>
          <a:xfrm>
            <a:off x="8081630" y="539750"/>
            <a:ext cx="3569486" cy="2791845"/>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3" name="Form 3">
            <a:extLst>
              <a:ext uri="{FF2B5EF4-FFF2-40B4-BE49-F238E27FC236}">
                <a16:creationId xmlns:a16="http://schemas.microsoft.com/office/drawing/2014/main" id="{F95CA071-E491-55D8-EAD9-EF748F2FBACB}"/>
              </a:ext>
              <a:ext uri="{C183D7F6-B498-43B3-948B-1728B52AA6E4}">
                <adec:decorative xmlns:adec="http://schemas.microsoft.com/office/drawing/2017/decorative" val="1"/>
              </a:ext>
            </a:extLst>
          </p:cNvPr>
          <p:cNvSpPr/>
          <p:nvPr/>
        </p:nvSpPr>
        <p:spPr>
          <a:xfrm>
            <a:off x="4312051" y="3527236"/>
            <a:ext cx="3569486" cy="2791845"/>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5" name="Form 3">
            <a:extLst>
              <a:ext uri="{FF2B5EF4-FFF2-40B4-BE49-F238E27FC236}">
                <a16:creationId xmlns:a16="http://schemas.microsoft.com/office/drawing/2014/main" id="{8FD3EC95-6796-F829-099A-1AA7482DA17A}"/>
              </a:ext>
              <a:ext uri="{C183D7F6-B498-43B3-948B-1728B52AA6E4}">
                <adec:decorative xmlns:adec="http://schemas.microsoft.com/office/drawing/2017/decorative" val="1"/>
              </a:ext>
            </a:extLst>
          </p:cNvPr>
          <p:cNvSpPr/>
          <p:nvPr/>
        </p:nvSpPr>
        <p:spPr>
          <a:xfrm>
            <a:off x="541270" y="3524905"/>
            <a:ext cx="3569486" cy="2796506"/>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3" name="Form 3">
            <a:extLst>
              <a:ext uri="{FF2B5EF4-FFF2-40B4-BE49-F238E27FC236}">
                <a16:creationId xmlns:a16="http://schemas.microsoft.com/office/drawing/2014/main" id="{5BA2C6B8-2B1B-E4F1-AFFE-BC50D07865A1}"/>
              </a:ext>
              <a:ext uri="{C183D7F6-B498-43B3-948B-1728B52AA6E4}">
                <adec:decorative xmlns:adec="http://schemas.microsoft.com/office/drawing/2017/decorative" val="1"/>
              </a:ext>
            </a:extLst>
          </p:cNvPr>
          <p:cNvSpPr/>
          <p:nvPr/>
        </p:nvSpPr>
        <p:spPr>
          <a:xfrm>
            <a:off x="8081630" y="3529567"/>
            <a:ext cx="3569486" cy="2791845"/>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8" name="Content Placeholder 2">
            <a:extLst>
              <a:ext uri="{FF2B5EF4-FFF2-40B4-BE49-F238E27FC236}">
                <a16:creationId xmlns:a16="http://schemas.microsoft.com/office/drawing/2014/main" id="{6BAD2DE7-5320-872A-F8BD-9328D3992012}"/>
              </a:ext>
            </a:extLst>
          </p:cNvPr>
          <p:cNvSpPr>
            <a:spLocks noGrp="1"/>
          </p:cNvSpPr>
          <p:nvPr>
            <p:ph sz="half" idx="1" hasCustomPrompt="1"/>
          </p:nvPr>
        </p:nvSpPr>
        <p:spPr>
          <a:xfrm>
            <a:off x="4491583" y="718872"/>
            <a:ext cx="3208018" cy="2433600"/>
          </a:xfrm>
          <a:prstGeom prst="rect">
            <a:avLst/>
          </a:prstGeom>
          <a:noFill/>
        </p:spPr>
        <p:txBody>
          <a:bodyPr lIns="180000" tIns="180000" rIns="180000" bIns="180000"/>
          <a:lstStyle>
            <a:lvl1pPr>
              <a:defRPr sz="1400">
                <a:solidFill>
                  <a:schemeClr val="bg1"/>
                </a:solidFill>
              </a:defRPr>
            </a:lvl1pPr>
            <a:lvl2pPr>
              <a:defRPr sz="1200">
                <a:solidFill>
                  <a:schemeClr val="bg1"/>
                </a:solidFill>
              </a:defRPr>
            </a:lvl2pPr>
            <a:lvl3pPr>
              <a:defRPr sz="1100">
                <a:solidFill>
                  <a:schemeClr val="bg1"/>
                </a:solidFill>
              </a:defRPr>
            </a:lvl3pPr>
            <a:lvl4pPr>
              <a:defRPr sz="1050">
                <a:solidFill>
                  <a:schemeClr val="bg1"/>
                </a:solidFill>
              </a:defRPr>
            </a:lvl4pPr>
            <a:lvl5pPr>
              <a:defRPr sz="105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9" name="Content Placeholder 3">
            <a:extLst>
              <a:ext uri="{FF2B5EF4-FFF2-40B4-BE49-F238E27FC236}">
                <a16:creationId xmlns:a16="http://schemas.microsoft.com/office/drawing/2014/main" id="{1F0412B5-F1B4-466D-AF3B-DB638F9ED9DC}"/>
              </a:ext>
            </a:extLst>
          </p:cNvPr>
          <p:cNvSpPr>
            <a:spLocks noGrp="1"/>
          </p:cNvSpPr>
          <p:nvPr>
            <p:ph sz="half" idx="2" hasCustomPrompt="1"/>
          </p:nvPr>
        </p:nvSpPr>
        <p:spPr>
          <a:xfrm>
            <a:off x="8262363" y="718872"/>
            <a:ext cx="3208018" cy="2433600"/>
          </a:xfrm>
          <a:prstGeom prst="rect">
            <a:avLst/>
          </a:prstGeom>
          <a:noFill/>
        </p:spPr>
        <p:txBody>
          <a:bodyPr vert="horz" lIns="180000" tIns="18000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20" name="Content Placeholder 3">
            <a:extLst>
              <a:ext uri="{FF2B5EF4-FFF2-40B4-BE49-F238E27FC236}">
                <a16:creationId xmlns:a16="http://schemas.microsoft.com/office/drawing/2014/main" id="{CA0C24EB-38D2-2F0E-A9B0-B40306D5BF49}"/>
              </a:ext>
            </a:extLst>
          </p:cNvPr>
          <p:cNvSpPr>
            <a:spLocks noGrp="1"/>
          </p:cNvSpPr>
          <p:nvPr>
            <p:ph sz="half" idx="15" hasCustomPrompt="1"/>
          </p:nvPr>
        </p:nvSpPr>
        <p:spPr>
          <a:xfrm>
            <a:off x="722003" y="3706358"/>
            <a:ext cx="3208018" cy="2433600"/>
          </a:xfrm>
          <a:prstGeom prst="rect">
            <a:avLst/>
          </a:prstGeom>
          <a:noFill/>
        </p:spPr>
        <p:txBody>
          <a:bodyPr vert="horz" lIns="180000" tIns="18000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21" name="Content Placeholder 3">
            <a:extLst>
              <a:ext uri="{FF2B5EF4-FFF2-40B4-BE49-F238E27FC236}">
                <a16:creationId xmlns:a16="http://schemas.microsoft.com/office/drawing/2014/main" id="{494E912E-14F2-EFB5-086E-FDB36D079EB0}"/>
              </a:ext>
            </a:extLst>
          </p:cNvPr>
          <p:cNvSpPr>
            <a:spLocks noGrp="1"/>
          </p:cNvSpPr>
          <p:nvPr>
            <p:ph sz="half" idx="16" hasCustomPrompt="1"/>
          </p:nvPr>
        </p:nvSpPr>
        <p:spPr>
          <a:xfrm>
            <a:off x="4492784" y="3706358"/>
            <a:ext cx="3208018" cy="2433600"/>
          </a:xfrm>
          <a:prstGeom prst="rect">
            <a:avLst/>
          </a:prstGeom>
          <a:noFill/>
        </p:spPr>
        <p:txBody>
          <a:bodyPr vert="horz" lIns="180000" tIns="18000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C2AC0A8A-18F6-7204-6B91-76A5976B6AAB}"/>
              </a:ext>
            </a:extLst>
          </p:cNvPr>
          <p:cNvSpPr>
            <a:spLocks noGrp="1"/>
          </p:cNvSpPr>
          <p:nvPr>
            <p:ph sz="half" idx="17" hasCustomPrompt="1"/>
          </p:nvPr>
        </p:nvSpPr>
        <p:spPr>
          <a:xfrm>
            <a:off x="8262363" y="3708688"/>
            <a:ext cx="3208018" cy="2433600"/>
          </a:xfrm>
          <a:prstGeom prst="rect">
            <a:avLst/>
          </a:prstGeom>
          <a:noFill/>
        </p:spPr>
        <p:txBody>
          <a:bodyPr vert="horz" lIns="180000" tIns="18000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4" name="Plassholder for dato 13">
            <a:extLst>
              <a:ext uri="{FF2B5EF4-FFF2-40B4-BE49-F238E27FC236}">
                <a16:creationId xmlns:a16="http://schemas.microsoft.com/office/drawing/2014/main" id="{A9A3D492-F48C-A322-78C4-F3504B5D9F08}"/>
              </a:ext>
            </a:extLst>
          </p:cNvPr>
          <p:cNvSpPr>
            <a:spLocks noGrp="1"/>
          </p:cNvSpPr>
          <p:nvPr>
            <p:ph type="dt" sz="half" idx="18"/>
          </p:nvPr>
        </p:nvSpPr>
        <p:spPr/>
        <p:txBody>
          <a:bodyPr/>
          <a:lstStyle/>
          <a:p>
            <a:fld id="{9AA5F583-AD20-4447-9A73-27B337E9FE7A}" type="datetime1">
              <a:rPr lang="nb-NO" smtClean="0"/>
              <a:t>23.01.2026</a:t>
            </a:fld>
            <a:endParaRPr lang="en-GB"/>
          </a:p>
        </p:txBody>
      </p:sp>
      <p:sp>
        <p:nvSpPr>
          <p:cNvPr id="16" name="Plassholder for bunntekst 15">
            <a:extLst>
              <a:ext uri="{FF2B5EF4-FFF2-40B4-BE49-F238E27FC236}">
                <a16:creationId xmlns:a16="http://schemas.microsoft.com/office/drawing/2014/main" id="{B7F87E38-78F1-EFDC-786D-CD57D3971C00}"/>
              </a:ext>
            </a:extLst>
          </p:cNvPr>
          <p:cNvSpPr>
            <a:spLocks noGrp="1"/>
          </p:cNvSpPr>
          <p:nvPr>
            <p:ph type="ftr" sz="quarter" idx="19"/>
          </p:nvPr>
        </p:nvSpPr>
        <p:spPr/>
        <p:txBody>
          <a:bodyPr/>
          <a:lstStyle/>
          <a:p>
            <a:endParaRPr lang="en-GB"/>
          </a:p>
        </p:txBody>
      </p:sp>
      <p:sp>
        <p:nvSpPr>
          <p:cNvPr id="17" name="Plassholder for lysbildenummer 16">
            <a:extLst>
              <a:ext uri="{FF2B5EF4-FFF2-40B4-BE49-F238E27FC236}">
                <a16:creationId xmlns:a16="http://schemas.microsoft.com/office/drawing/2014/main" id="{10A6D486-48B1-53B5-6395-D97EB0E7F03E}"/>
              </a:ext>
            </a:extLst>
          </p:cNvPr>
          <p:cNvSpPr>
            <a:spLocks noGrp="1"/>
          </p:cNvSpPr>
          <p:nvPr>
            <p:ph type="sldNum" sz="quarter" idx="20"/>
          </p:nvPr>
        </p:nvSpPr>
        <p:spPr/>
        <p:txBody>
          <a:bodyPr/>
          <a:lstStyle/>
          <a:p>
            <a:fld id="{608810A5-7811-344D-9AE9-EC83104FB54D}" type="slidenum">
              <a:rPr lang="en-GB" smtClean="0"/>
              <a:t>‹#›</a:t>
            </a:fld>
            <a:endParaRPr lang="en-GB"/>
          </a:p>
        </p:txBody>
      </p:sp>
      <p:sp>
        <p:nvSpPr>
          <p:cNvPr id="22" name="Tittel 21">
            <a:extLst>
              <a:ext uri="{FF2B5EF4-FFF2-40B4-BE49-F238E27FC236}">
                <a16:creationId xmlns:a16="http://schemas.microsoft.com/office/drawing/2014/main" id="{4D6AECAB-A8DB-4F5B-D93F-4A7C03158A8B}"/>
              </a:ext>
            </a:extLst>
          </p:cNvPr>
          <p:cNvSpPr>
            <a:spLocks noGrp="1"/>
          </p:cNvSpPr>
          <p:nvPr>
            <p:ph type="title" hasCustomPrompt="1"/>
          </p:nvPr>
        </p:nvSpPr>
        <p:spPr>
          <a:xfrm>
            <a:off x="539999" y="859514"/>
            <a:ext cx="3390022" cy="2292957"/>
          </a:xfrm>
        </p:spPr>
        <p:txBody>
          <a:bodyPr/>
          <a:lstStyle/>
          <a:p>
            <a:r>
              <a:rPr lang="nb" dirty="0"/>
              <a:t>Klikk for å redigere</a:t>
            </a:r>
            <a:endParaRPr lang="en-GB" dirty="0"/>
          </a:p>
        </p:txBody>
      </p:sp>
      <p:sp>
        <p:nvSpPr>
          <p:cNvPr id="2" name="TekstSylinder 50">
            <a:extLst>
              <a:ext uri="{FF2B5EF4-FFF2-40B4-BE49-F238E27FC236}">
                <a16:creationId xmlns:a16="http://schemas.microsoft.com/office/drawing/2014/main" id="{5E5C7E22-6375-FFE1-66E4-F1C775748DD5}"/>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8560330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ase">
    <p:bg>
      <p:bgRef idx="1001">
        <a:schemeClr val="bg1"/>
      </p:bgRef>
    </p:bg>
    <p:spTree>
      <p:nvGrpSpPr>
        <p:cNvPr id="1" name=""/>
        <p:cNvGrpSpPr/>
        <p:nvPr/>
      </p:nvGrpSpPr>
      <p:grpSpPr>
        <a:xfrm>
          <a:off x="0" y="0"/>
          <a:ext cx="0" cy="0"/>
          <a:chOff x="0" y="0"/>
          <a:chExt cx="0" cy="0"/>
        </a:xfrm>
      </p:grpSpPr>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2" name="Form 3">
            <a:extLst>
              <a:ext uri="{FF2B5EF4-FFF2-40B4-BE49-F238E27FC236}">
                <a16:creationId xmlns:a16="http://schemas.microsoft.com/office/drawing/2014/main" id="{CF426E95-00AD-4D30-228D-00C435844EA1}"/>
              </a:ext>
              <a:ext uri="{C183D7F6-B498-43B3-948B-1728B52AA6E4}">
                <adec:decorative xmlns:adec="http://schemas.microsoft.com/office/drawing/2017/decorative" val="1"/>
              </a:ext>
            </a:extLst>
          </p:cNvPr>
          <p:cNvSpPr/>
          <p:nvPr/>
        </p:nvSpPr>
        <p:spPr>
          <a:xfrm>
            <a:off x="4310850" y="539750"/>
            <a:ext cx="3569486" cy="5778500"/>
          </a:xfrm>
          <a:prstGeom prst="roundRect">
            <a:avLst>
              <a:gd name="adj" fmla="val 50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4" name="Text Placeholder 3">
            <a:extLst>
              <a:ext uri="{FF2B5EF4-FFF2-40B4-BE49-F238E27FC236}">
                <a16:creationId xmlns:a16="http://schemas.microsoft.com/office/drawing/2014/main" id="{3C2CBDB8-3652-4BFC-E24F-5329ABC3E06D}"/>
              </a:ext>
            </a:extLst>
          </p:cNvPr>
          <p:cNvSpPr>
            <a:spLocks noGrp="1"/>
          </p:cNvSpPr>
          <p:nvPr>
            <p:ph type="body" sz="quarter" idx="20" hasCustomPrompt="1"/>
          </p:nvPr>
        </p:nvSpPr>
        <p:spPr>
          <a:xfrm>
            <a:off x="8259230" y="536575"/>
            <a:ext cx="3393020" cy="447675"/>
          </a:xfrm>
        </p:spPr>
        <p:txBody>
          <a:bodyPr>
            <a:normAutofit/>
          </a:bodyPr>
          <a:lstStyle>
            <a:lvl1pPr marL="0" indent="0">
              <a:spcBef>
                <a:spcPts val="0"/>
              </a:spcBef>
              <a:buNone/>
              <a:defRPr sz="1400" b="1" i="0">
                <a:solidFill>
                  <a:schemeClr val="tx1"/>
                </a:solidFill>
                <a:latin typeface="+mj-lt"/>
              </a:defRPr>
            </a:lvl1pPr>
            <a:lvl2pPr marL="216000" indent="0">
              <a:buNone/>
              <a:defRPr/>
            </a:lvl2pPr>
            <a:lvl3pPr marL="468000" indent="0">
              <a:buNone/>
              <a:defRPr/>
            </a:lvl3pPr>
            <a:lvl4pPr marL="720000" indent="0">
              <a:buNone/>
              <a:defRPr/>
            </a:lvl4pPr>
            <a:lvl5pPr marL="936000" indent="0">
              <a:buNone/>
              <a:defRPr/>
            </a:lvl5pPr>
          </a:lstStyle>
          <a:p>
            <a:pPr lvl="0"/>
            <a:r>
              <a:rPr lang="nb"/>
              <a:t>Undertittel</a:t>
            </a:r>
          </a:p>
        </p:txBody>
      </p:sp>
      <p:sp>
        <p:nvSpPr>
          <p:cNvPr id="18" name="Content Placeholder 2">
            <a:extLst>
              <a:ext uri="{FF2B5EF4-FFF2-40B4-BE49-F238E27FC236}">
                <a16:creationId xmlns:a16="http://schemas.microsoft.com/office/drawing/2014/main" id="{6BAD2DE7-5320-872A-F8BD-9328D3992012}"/>
              </a:ext>
            </a:extLst>
          </p:cNvPr>
          <p:cNvSpPr>
            <a:spLocks noGrp="1"/>
          </p:cNvSpPr>
          <p:nvPr>
            <p:ph sz="half" idx="1" hasCustomPrompt="1"/>
          </p:nvPr>
        </p:nvSpPr>
        <p:spPr>
          <a:xfrm>
            <a:off x="8259230" y="984738"/>
            <a:ext cx="3391200" cy="5203337"/>
          </a:xfrm>
          <a:prstGeom prst="rect">
            <a:avLst/>
          </a:prstGeom>
          <a:noFill/>
        </p:spPr>
        <p:txBody>
          <a:bodyPr lIns="0" tIns="0" rIns="0" bIns="0"/>
          <a:lstStyle>
            <a:lvl1pPr marL="0" indent="0">
              <a:lnSpc>
                <a:spcPct val="114000"/>
              </a:lnSpc>
              <a:buNone/>
              <a:defRPr sz="1600">
                <a:solidFill>
                  <a:schemeClr val="tx1"/>
                </a:solidFill>
              </a:defRPr>
            </a:lvl1pPr>
            <a:lvl2pPr marL="180000" indent="-180000">
              <a:spcBef>
                <a:spcPts val="1000"/>
              </a:spcBef>
              <a:buFont typeface="Arial" panose="020B0604020202020204" pitchFamily="34" charset="0"/>
              <a:buChar cha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6" name="Picture Placeholder 15">
            <a:extLst>
              <a:ext uri="{FF2B5EF4-FFF2-40B4-BE49-F238E27FC236}">
                <a16:creationId xmlns:a16="http://schemas.microsoft.com/office/drawing/2014/main" id="{967A8F3F-C43A-E905-27E4-94C1EC2F843F}"/>
              </a:ext>
            </a:extLst>
          </p:cNvPr>
          <p:cNvSpPr>
            <a:spLocks noGrp="1"/>
          </p:cNvSpPr>
          <p:nvPr>
            <p:ph type="pic" sz="quarter" idx="19"/>
          </p:nvPr>
        </p:nvSpPr>
        <p:spPr>
          <a:xfrm>
            <a:off x="4311257" y="539750"/>
            <a:ext cx="3569486" cy="5778500"/>
          </a:xfrm>
          <a:custGeom>
            <a:avLst/>
            <a:gdLst>
              <a:gd name="connsiteX0" fmla="*/ 181294 w 3569486"/>
              <a:gd name="connsiteY0" fmla="*/ 0 h 5778500"/>
              <a:gd name="connsiteX1" fmla="*/ 3388192 w 3569486"/>
              <a:gd name="connsiteY1" fmla="*/ 0 h 5778500"/>
              <a:gd name="connsiteX2" fmla="*/ 3569486 w 3569486"/>
              <a:gd name="connsiteY2" fmla="*/ 181294 h 5778500"/>
              <a:gd name="connsiteX3" fmla="*/ 3569486 w 3569486"/>
              <a:gd name="connsiteY3" fmla="*/ 5597206 h 5778500"/>
              <a:gd name="connsiteX4" fmla="*/ 3388192 w 3569486"/>
              <a:gd name="connsiteY4" fmla="*/ 5778500 h 5778500"/>
              <a:gd name="connsiteX5" fmla="*/ 181294 w 3569486"/>
              <a:gd name="connsiteY5" fmla="*/ 5778500 h 5778500"/>
              <a:gd name="connsiteX6" fmla="*/ 0 w 3569486"/>
              <a:gd name="connsiteY6" fmla="*/ 5597206 h 5778500"/>
              <a:gd name="connsiteX7" fmla="*/ 0 w 3569486"/>
              <a:gd name="connsiteY7" fmla="*/ 181294 h 5778500"/>
              <a:gd name="connsiteX8" fmla="*/ 181294 w 3569486"/>
              <a:gd name="connsiteY8" fmla="*/ 0 h 577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9486" h="5778500">
                <a:moveTo>
                  <a:pt x="181294" y="0"/>
                </a:moveTo>
                <a:lnTo>
                  <a:pt x="3388192" y="0"/>
                </a:lnTo>
                <a:cubicBezTo>
                  <a:pt x="3488318" y="0"/>
                  <a:pt x="3569486" y="81168"/>
                  <a:pt x="3569486" y="181294"/>
                </a:cubicBezTo>
                <a:lnTo>
                  <a:pt x="3569486" y="5597206"/>
                </a:lnTo>
                <a:cubicBezTo>
                  <a:pt x="3569486" y="5697332"/>
                  <a:pt x="3488318" y="5778500"/>
                  <a:pt x="3388192" y="5778500"/>
                </a:cubicBezTo>
                <a:lnTo>
                  <a:pt x="181294" y="5778500"/>
                </a:lnTo>
                <a:cubicBezTo>
                  <a:pt x="81168" y="5778500"/>
                  <a:pt x="0" y="5697332"/>
                  <a:pt x="0" y="5597206"/>
                </a:cubicBezTo>
                <a:lnTo>
                  <a:pt x="0" y="181294"/>
                </a:lnTo>
                <a:cubicBezTo>
                  <a:pt x="0" y="81168"/>
                  <a:pt x="81168" y="0"/>
                  <a:pt x="181294" y="0"/>
                </a:cubicBezTo>
                <a:close/>
              </a:path>
            </a:pathLst>
          </a:custGeom>
          <a:solidFill>
            <a:schemeClr val="bg1"/>
          </a:solidFill>
        </p:spPr>
        <p:txBody>
          <a:bodyPr wrap="square" lIns="360000" tIns="360000" rIns="360000" bIns="360000">
            <a:noAutofit/>
          </a:bodyPr>
          <a:lstStyle>
            <a:lvl1pPr marL="0" indent="0" algn="ctr">
              <a:buNone/>
              <a:defRPr sz="1200"/>
            </a:lvl1pPr>
          </a:lstStyle>
          <a:p>
            <a:r>
              <a:rPr lang="nb-NO"/>
              <a:t>Klikk på ikonet for å legge til et bilde</a:t>
            </a:r>
            <a:endParaRPr lang="en-GB"/>
          </a:p>
        </p:txBody>
      </p:sp>
      <p:sp>
        <p:nvSpPr>
          <p:cNvPr id="5" name="Date Placeholder 4">
            <a:extLst>
              <a:ext uri="{FF2B5EF4-FFF2-40B4-BE49-F238E27FC236}">
                <a16:creationId xmlns:a16="http://schemas.microsoft.com/office/drawing/2014/main" id="{617D794D-E6E1-B3AB-25AE-8A8D29E1D376}"/>
              </a:ext>
            </a:extLst>
          </p:cNvPr>
          <p:cNvSpPr>
            <a:spLocks noGrp="1"/>
          </p:cNvSpPr>
          <p:nvPr>
            <p:ph type="dt" sz="half" idx="21"/>
          </p:nvPr>
        </p:nvSpPr>
        <p:spPr/>
        <p:txBody>
          <a:bodyPr/>
          <a:lstStyle/>
          <a:p>
            <a:fld id="{30F908BE-031A-D840-B918-D1257D1476EE}" type="datetime1">
              <a:rPr lang="nb-NO" smtClean="0"/>
              <a:t>23.01.2026</a:t>
            </a:fld>
            <a:endParaRPr lang="en-GB"/>
          </a:p>
        </p:txBody>
      </p:sp>
      <p:sp>
        <p:nvSpPr>
          <p:cNvPr id="10" name="Footer Placeholder 9">
            <a:extLst>
              <a:ext uri="{FF2B5EF4-FFF2-40B4-BE49-F238E27FC236}">
                <a16:creationId xmlns:a16="http://schemas.microsoft.com/office/drawing/2014/main" id="{4AD0DC67-9203-BF0B-289D-132BF630042A}"/>
              </a:ext>
            </a:extLst>
          </p:cNvPr>
          <p:cNvSpPr>
            <a:spLocks noGrp="1"/>
          </p:cNvSpPr>
          <p:nvPr>
            <p:ph type="ftr" sz="quarter" idx="22"/>
          </p:nvPr>
        </p:nvSpPr>
        <p:spPr/>
        <p:txBody>
          <a:bodyPr/>
          <a:lstStyle/>
          <a:p>
            <a:endParaRPr lang="en-GB"/>
          </a:p>
        </p:txBody>
      </p:sp>
      <p:sp>
        <p:nvSpPr>
          <p:cNvPr id="11" name="Slide Number Placeholder 10">
            <a:extLst>
              <a:ext uri="{FF2B5EF4-FFF2-40B4-BE49-F238E27FC236}">
                <a16:creationId xmlns:a16="http://schemas.microsoft.com/office/drawing/2014/main" id="{5D150147-05BA-F61E-5381-28CB9BE3864F}"/>
              </a:ext>
            </a:extLst>
          </p:cNvPr>
          <p:cNvSpPr>
            <a:spLocks noGrp="1"/>
          </p:cNvSpPr>
          <p:nvPr>
            <p:ph type="sldNum" sz="quarter" idx="23"/>
          </p:nvPr>
        </p:nvSpPr>
        <p:spPr/>
        <p:txBody>
          <a:bodyPr/>
          <a:lstStyle/>
          <a:p>
            <a:fld id="{608810A5-7811-344D-9AE9-EC83104FB54D}" type="slidenum">
              <a:rPr lang="en-GB" smtClean="0"/>
              <a:t>‹#›</a:t>
            </a:fld>
            <a:endParaRPr lang="en-GB"/>
          </a:p>
        </p:txBody>
      </p:sp>
      <p:sp>
        <p:nvSpPr>
          <p:cNvPr id="2" name="Tittel 1">
            <a:extLst>
              <a:ext uri="{FF2B5EF4-FFF2-40B4-BE49-F238E27FC236}">
                <a16:creationId xmlns:a16="http://schemas.microsoft.com/office/drawing/2014/main" id="{C79774D8-FDD7-BA9D-8E20-0DD60E2F7A10}"/>
              </a:ext>
            </a:extLst>
          </p:cNvPr>
          <p:cNvSpPr>
            <a:spLocks noGrp="1"/>
          </p:cNvSpPr>
          <p:nvPr>
            <p:ph type="title" hasCustomPrompt="1"/>
          </p:nvPr>
        </p:nvSpPr>
        <p:spPr>
          <a:xfrm>
            <a:off x="539999" y="859515"/>
            <a:ext cx="3391200" cy="5328000"/>
          </a:xfrm>
        </p:spPr>
        <p:txBody>
          <a:bodyPr/>
          <a:lstStyle/>
          <a:p>
            <a:r>
              <a:rPr lang="nb" dirty="0"/>
              <a:t>Klikk for å redigere</a:t>
            </a:r>
            <a:endParaRPr lang="en-GB" dirty="0"/>
          </a:p>
        </p:txBody>
      </p:sp>
      <p:sp>
        <p:nvSpPr>
          <p:cNvPr id="3" name="TekstSylinder 50">
            <a:extLst>
              <a:ext uri="{FF2B5EF4-FFF2-40B4-BE49-F238E27FC236}">
                <a16:creationId xmlns:a16="http://schemas.microsoft.com/office/drawing/2014/main" id="{2F24D744-09F9-99F8-A25F-9AE8A95F8126}"/>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6620028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15:guide id="1" orient="horz" pos="443">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ocumentation - not for presentation">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A1FABA-7059-F446-D4CA-567DE37D532C}"/>
              </a:ext>
            </a:extLst>
          </p:cNvPr>
          <p:cNvSpPr>
            <a:spLocks noGrp="1"/>
          </p:cNvSpPr>
          <p:nvPr>
            <p:ph idx="1" hasCustomPrompt="1"/>
          </p:nvPr>
        </p:nvSpPr>
        <p:spPr/>
        <p:txBody>
          <a:bodyPr numCol="2" spcCol="360000"/>
          <a:lstStyle>
            <a:lvl1pPr marL="0" indent="0">
              <a:spcBef>
                <a:spcPts val="600"/>
              </a:spcBef>
              <a:spcAft>
                <a:spcPts val="600"/>
              </a:spcAft>
              <a:buNone/>
              <a:defRPr sz="1200"/>
            </a:lvl1pPr>
            <a:lvl2pPr marL="180000" indent="-180000">
              <a:spcBef>
                <a:spcPts val="200"/>
              </a:spcBef>
              <a:spcAft>
                <a:spcPts val="200"/>
              </a:spcAft>
              <a:buFont typeface="Arial" panose="020B0604020202020204" pitchFamily="34" charset="0"/>
              <a:buChar char="•"/>
              <a:defRPr sz="1200"/>
            </a:lvl2pPr>
            <a:lvl3pPr marL="0" indent="0">
              <a:spcBef>
                <a:spcPts val="800"/>
              </a:spcBef>
              <a:spcAft>
                <a:spcPts val="0"/>
              </a:spcAft>
              <a:buNone/>
              <a:tabLst/>
              <a:defRPr sz="1200" b="1" i="0">
                <a:latin typeface="+mj-lt"/>
              </a:defRPr>
            </a:lvl3pPr>
            <a:lvl4pPr marL="407988" indent="-182563">
              <a:spcBef>
                <a:spcPts val="200"/>
              </a:spcBef>
              <a:spcAft>
                <a:spcPts val="200"/>
              </a:spcAft>
              <a:tabLst/>
              <a:defRPr sz="1200"/>
            </a:lvl4pPr>
            <a:lvl5pPr marL="579438" indent="-171450">
              <a:spcBef>
                <a:spcPts val="200"/>
              </a:spcBef>
              <a:spcAft>
                <a:spcPts val="200"/>
              </a:spcAft>
              <a:tabLst/>
              <a:defRPr sz="120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TextBox 3">
            <a:extLst>
              <a:ext uri="{FF2B5EF4-FFF2-40B4-BE49-F238E27FC236}">
                <a16:creationId xmlns:a16="http://schemas.microsoft.com/office/drawing/2014/main" id="{BDA94440-F3B9-FCB7-E0E0-6591A11B09E1}"/>
              </a:ext>
            </a:extLst>
          </p:cNvPr>
          <p:cNvSpPr txBox="1"/>
          <p:nvPr/>
        </p:nvSpPr>
        <p:spPr>
          <a:xfrm>
            <a:off x="539749" y="6519600"/>
            <a:ext cx="857251" cy="151200"/>
          </a:xfrm>
          <a:prstGeom prst="rect">
            <a:avLst/>
          </a:prstGeom>
          <a:noFill/>
        </p:spPr>
        <p:txBody>
          <a:bodyPr wrap="square" lIns="0" tIns="0" rIns="0" bIns="0" rtlCol="0" anchor="ctr">
            <a:noAutofit/>
          </a:bodyPr>
          <a:lstStyle/>
          <a:p>
            <a:pPr algn="l"/>
            <a:r>
              <a:rPr lang="nb" sz="800" dirty="0">
                <a:solidFill>
                  <a:schemeClr val="tx2"/>
                </a:solidFill>
                <a:latin typeface="+mn-lt"/>
              </a:rPr>
              <a:t>Dokumentasjon</a:t>
            </a:r>
            <a:endParaRPr lang="en-US" sz="800" b="0" i="0" dirty="0">
              <a:solidFill>
                <a:schemeClr val="tx2"/>
              </a:solidFill>
              <a:latin typeface="+mn-lt"/>
              <a:cs typeface="TelenorEvolutionPPT-Light" panose="020B0604020202020204" charset="0"/>
            </a:endParaRPr>
          </a:p>
        </p:txBody>
      </p:sp>
      <p:sp>
        <p:nvSpPr>
          <p:cNvPr id="5" name="Section title">
            <a:extLst>
              <a:ext uri="{FF2B5EF4-FFF2-40B4-BE49-F238E27FC236}">
                <a16:creationId xmlns:a16="http://schemas.microsoft.com/office/drawing/2014/main" id="{7EBBC536-8B67-BA29-1935-EE75B7ED8D97}"/>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0" name="Date Placeholder 9">
            <a:extLst>
              <a:ext uri="{FF2B5EF4-FFF2-40B4-BE49-F238E27FC236}">
                <a16:creationId xmlns:a16="http://schemas.microsoft.com/office/drawing/2014/main" id="{B6C72EC1-43DD-15C7-5FE4-C2AB517FC627}"/>
              </a:ext>
            </a:extLst>
          </p:cNvPr>
          <p:cNvSpPr>
            <a:spLocks noGrp="1"/>
          </p:cNvSpPr>
          <p:nvPr>
            <p:ph type="dt" sz="half" idx="15"/>
          </p:nvPr>
        </p:nvSpPr>
        <p:spPr/>
        <p:txBody>
          <a:bodyPr/>
          <a:lstStyle/>
          <a:p>
            <a:fld id="{B04F2E20-6E09-5547-AEA2-61797C6F6700}" type="datetime1">
              <a:rPr lang="nb-NO" smtClean="0"/>
              <a:t>23.01.2026</a:t>
            </a:fld>
            <a:endParaRPr lang="en-GB"/>
          </a:p>
        </p:txBody>
      </p:sp>
      <p:sp>
        <p:nvSpPr>
          <p:cNvPr id="11" name="Footer Placeholder 10">
            <a:extLst>
              <a:ext uri="{FF2B5EF4-FFF2-40B4-BE49-F238E27FC236}">
                <a16:creationId xmlns:a16="http://schemas.microsoft.com/office/drawing/2014/main" id="{B929E547-C851-2001-8FB1-71A551667C0A}"/>
              </a:ext>
            </a:extLst>
          </p:cNvPr>
          <p:cNvSpPr>
            <a:spLocks noGrp="1"/>
          </p:cNvSpPr>
          <p:nvPr>
            <p:ph type="ftr" sz="quarter" idx="16"/>
          </p:nvPr>
        </p:nvSpPr>
        <p:spPr>
          <a:xfrm>
            <a:off x="1720850" y="6519600"/>
            <a:ext cx="8490199" cy="151200"/>
          </a:xfrm>
        </p:spPr>
        <p:txBody>
          <a:bodyPr/>
          <a:lstStyle/>
          <a:p>
            <a:endParaRPr lang="en-GB"/>
          </a:p>
        </p:txBody>
      </p:sp>
      <p:sp>
        <p:nvSpPr>
          <p:cNvPr id="12" name="Slide Number Placeholder 11">
            <a:extLst>
              <a:ext uri="{FF2B5EF4-FFF2-40B4-BE49-F238E27FC236}">
                <a16:creationId xmlns:a16="http://schemas.microsoft.com/office/drawing/2014/main" id="{53E548C7-CE7A-DB15-956B-4D031221CAE1}"/>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2" name="Tittel 1">
            <a:extLst>
              <a:ext uri="{FF2B5EF4-FFF2-40B4-BE49-F238E27FC236}">
                <a16:creationId xmlns:a16="http://schemas.microsoft.com/office/drawing/2014/main" id="{3680C41F-4BE8-2105-2D61-40724B46A23C}"/>
              </a:ext>
            </a:extLst>
          </p:cNvPr>
          <p:cNvSpPr>
            <a:spLocks noGrp="1"/>
          </p:cNvSpPr>
          <p:nvPr>
            <p:ph type="title" hasCustomPrompt="1"/>
          </p:nvPr>
        </p:nvSpPr>
        <p:spPr/>
        <p:txBody>
          <a:bodyPr/>
          <a:lstStyle/>
          <a:p>
            <a:r>
              <a:rPr lang="nb" dirty="0"/>
              <a:t>Klikk for å redigere tittelen</a:t>
            </a:r>
            <a:endParaRPr lang="en-GB" dirty="0"/>
          </a:p>
        </p:txBody>
      </p:sp>
    </p:spTree>
    <p:extLst>
      <p:ext uri="{BB962C8B-B14F-4D97-AF65-F5344CB8AC3E}">
        <p14:creationId xmlns:p14="http://schemas.microsoft.com/office/powerpoint/2010/main" val="1806985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STOP">
    <p:bg>
      <p:bgRef idx="1003">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4F124E6-E0F2-4924-0E70-12F34D9FB0C8}"/>
              </a:ext>
            </a:extLst>
          </p:cNvPr>
          <p:cNvSpPr txBox="1"/>
          <p:nvPr/>
        </p:nvSpPr>
        <p:spPr>
          <a:xfrm>
            <a:off x="1" y="495657"/>
            <a:ext cx="12192000" cy="3693319"/>
          </a:xfrm>
          <a:prstGeom prst="rect">
            <a:avLst/>
          </a:prstGeom>
          <a:noFill/>
        </p:spPr>
        <p:txBody>
          <a:bodyPr wrap="square" lIns="0" tIns="0" rIns="0" bIns="0" rtlCol="0">
            <a:spAutoFit/>
          </a:bodyPr>
          <a:lstStyle/>
          <a:p>
            <a:pPr algn="l">
              <a:lnSpc>
                <a:spcPct val="100000"/>
              </a:lnSpc>
              <a:spcBef>
                <a:spcPts val="423"/>
              </a:spcBef>
              <a:spcAft>
                <a:spcPts val="847"/>
              </a:spcAft>
            </a:pPr>
            <a:r>
              <a:rPr lang="nb" sz="12000" spc="-317" dirty="0">
                <a:solidFill>
                  <a:schemeClr val="tx2"/>
                </a:solidFill>
                <a:latin typeface="+mj-lt"/>
              </a:rPr>
              <a:t>IKKE BRUK OPPSETT ETTER DETTE</a:t>
            </a:r>
          </a:p>
        </p:txBody>
      </p:sp>
      <p:pic>
        <p:nvPicPr>
          <p:cNvPr id="7" name="Grafikk 9">
            <a:extLst>
              <a:ext uri="{FF2B5EF4-FFF2-40B4-BE49-F238E27FC236}">
                <a16:creationId xmlns:a16="http://schemas.microsoft.com/office/drawing/2014/main" id="{127343F3-6CFA-0B5A-FE1E-C7FA14190D2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84033" y="3543390"/>
            <a:ext cx="3058326" cy="3058373"/>
          </a:xfrm>
          <a:prstGeom prst="rect">
            <a:avLst/>
          </a:prstGeom>
        </p:spPr>
      </p:pic>
    </p:spTree>
    <p:extLst>
      <p:ext uri="{BB962C8B-B14F-4D97-AF65-F5344CB8AC3E}">
        <p14:creationId xmlns:p14="http://schemas.microsoft.com/office/powerpoint/2010/main" val="19807553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95CA1C-62DA-279C-6953-0B52048EEB2E}"/>
              </a:ext>
            </a:extLst>
          </p:cNvPr>
          <p:cNvSpPr>
            <a:spLocks noGrp="1"/>
          </p:cNvSpPr>
          <p:nvPr>
            <p:ph type="title"/>
          </p:nvPr>
        </p:nvSpPr>
        <p:spPr>
          <a:xfrm>
            <a:off x="539999" y="859515"/>
            <a:ext cx="11113200" cy="1123200"/>
          </a:xfrm>
          <a:prstGeom prst="rect">
            <a:avLst/>
          </a:prstGeom>
        </p:spPr>
        <p:txBody>
          <a:bodyPr vert="horz" lIns="0" tIns="0" rIns="0" bIns="45720" rtlCol="0" anchor="t" anchorCtr="0">
            <a:noAutofit/>
          </a:bodyPr>
          <a:lstStyle/>
          <a:p>
            <a:r>
              <a:rPr lang="nb" noProof="0" dirty="0"/>
              <a:t>Klikk for å redigere</a:t>
            </a:r>
          </a:p>
        </p:txBody>
      </p:sp>
      <p:sp>
        <p:nvSpPr>
          <p:cNvPr id="3" name="Text Placeholder 2">
            <a:extLst>
              <a:ext uri="{FF2B5EF4-FFF2-40B4-BE49-F238E27FC236}">
                <a16:creationId xmlns:a16="http://schemas.microsoft.com/office/drawing/2014/main" id="{F2960132-4B0B-A424-F065-3672D46CDC8D}"/>
              </a:ext>
            </a:extLst>
          </p:cNvPr>
          <p:cNvSpPr>
            <a:spLocks noGrp="1"/>
          </p:cNvSpPr>
          <p:nvPr>
            <p:ph type="body" idx="1"/>
          </p:nvPr>
        </p:nvSpPr>
        <p:spPr>
          <a:xfrm>
            <a:off x="540000" y="2016000"/>
            <a:ext cx="11113200" cy="4171763"/>
          </a:xfrm>
          <a:prstGeom prst="rect">
            <a:avLst/>
          </a:prstGeom>
        </p:spPr>
        <p:txBody>
          <a:bodyPr vert="horz" lIns="0" tIns="0" rIns="0" bIns="0" rtlCol="0">
            <a:normAutofit/>
          </a:bodyPr>
          <a:lstStyle/>
          <a:p>
            <a:pPr lvl="0"/>
            <a:r>
              <a:rPr lang="nb" noProof="0" dirty="0"/>
              <a:t>Klikk for å redigere</a:t>
            </a:r>
          </a:p>
          <a:p>
            <a:pPr lvl="1"/>
            <a:r>
              <a:rPr lang="nb" noProof="0" dirty="0"/>
              <a:t>Andre nivå</a:t>
            </a:r>
            <a:endParaRPr lang="nb-NO" noProof="0" dirty="0"/>
          </a:p>
          <a:p>
            <a:pPr lvl="2"/>
            <a:r>
              <a:rPr lang="nb" noProof="0" dirty="0"/>
              <a:t>Tredje nivå</a:t>
            </a:r>
            <a:endParaRPr lang="nb-NO" noProof="0" dirty="0"/>
          </a:p>
          <a:p>
            <a:pPr lvl="3"/>
            <a:r>
              <a:rPr lang="nb" noProof="0" dirty="0"/>
              <a:t>Fjerde nivå</a:t>
            </a:r>
            <a:endParaRPr lang="nb-NO" noProof="0" dirty="0"/>
          </a:p>
          <a:p>
            <a:pPr lvl="4"/>
            <a:r>
              <a:rPr lang="nb" noProof="0" dirty="0"/>
              <a:t>Femte nivå</a:t>
            </a:r>
            <a:endParaRPr lang="nb-NO" noProof="0" dirty="0"/>
          </a:p>
        </p:txBody>
      </p:sp>
      <p:sp>
        <p:nvSpPr>
          <p:cNvPr id="4" name="Date Placeholder 3">
            <a:extLst>
              <a:ext uri="{FF2B5EF4-FFF2-40B4-BE49-F238E27FC236}">
                <a16:creationId xmlns:a16="http://schemas.microsoft.com/office/drawing/2014/main" id="{1CD67FA9-D347-59DF-776B-CE3CE1FDF2B3}"/>
              </a:ext>
            </a:extLst>
          </p:cNvPr>
          <p:cNvSpPr>
            <a:spLocks noGrp="1"/>
          </p:cNvSpPr>
          <p:nvPr>
            <p:ph type="dt" sz="half" idx="2"/>
          </p:nvPr>
        </p:nvSpPr>
        <p:spPr>
          <a:xfrm>
            <a:off x="10211050" y="6519600"/>
            <a:ext cx="720475" cy="151200"/>
          </a:xfrm>
          <a:prstGeom prst="rect">
            <a:avLst/>
          </a:prstGeom>
        </p:spPr>
        <p:txBody>
          <a:bodyPr vert="horz" lIns="0" tIns="0" rIns="0" bIns="0" rtlCol="0" anchor="ctr"/>
          <a:lstStyle>
            <a:lvl1pPr algn="ctr">
              <a:defRPr sz="800">
                <a:solidFill>
                  <a:schemeClr val="tx2"/>
                </a:solidFill>
              </a:defRPr>
            </a:lvl1pPr>
          </a:lstStyle>
          <a:p>
            <a:fld id="{9D7B6C4A-89AC-BA4F-ABC3-FBE73BF7B1F3}" type="datetime1">
              <a:rPr lang="nb-NO" noProof="0" smtClean="0"/>
              <a:t>23.01.2026</a:t>
            </a:fld>
            <a:endParaRPr lang="nb-NO" noProof="0"/>
          </a:p>
        </p:txBody>
      </p:sp>
      <p:sp>
        <p:nvSpPr>
          <p:cNvPr id="5" name="Footer Placeholder 4">
            <a:extLst>
              <a:ext uri="{FF2B5EF4-FFF2-40B4-BE49-F238E27FC236}">
                <a16:creationId xmlns:a16="http://schemas.microsoft.com/office/drawing/2014/main" id="{929F0C9C-4CA8-C540-0D7A-0D0AE862D150}"/>
              </a:ext>
            </a:extLst>
          </p:cNvPr>
          <p:cNvSpPr>
            <a:spLocks noGrp="1"/>
          </p:cNvSpPr>
          <p:nvPr>
            <p:ph type="ftr" sz="quarter" idx="3"/>
          </p:nvPr>
        </p:nvSpPr>
        <p:spPr>
          <a:xfrm>
            <a:off x="540000" y="6519600"/>
            <a:ext cx="9671049" cy="151200"/>
          </a:xfrm>
          <a:prstGeom prst="rect">
            <a:avLst/>
          </a:prstGeom>
        </p:spPr>
        <p:txBody>
          <a:bodyPr vert="horz" lIns="0" tIns="0" rIns="91440" bIns="0" rtlCol="0" anchor="ctr"/>
          <a:lstStyle>
            <a:lvl1pPr algn="l">
              <a:defRPr sz="800">
                <a:solidFill>
                  <a:schemeClr val="tx2"/>
                </a:solidFill>
              </a:defRPr>
            </a:lvl1pPr>
          </a:lstStyle>
          <a:p>
            <a:endParaRPr lang="nb-NO" noProof="0"/>
          </a:p>
        </p:txBody>
      </p:sp>
      <p:sp>
        <p:nvSpPr>
          <p:cNvPr id="6" name="Slide Number Placeholder 5">
            <a:extLst>
              <a:ext uri="{FF2B5EF4-FFF2-40B4-BE49-F238E27FC236}">
                <a16:creationId xmlns:a16="http://schemas.microsoft.com/office/drawing/2014/main" id="{DDBFB22E-486D-AF6C-C00E-1827BFA1F26D}"/>
              </a:ext>
            </a:extLst>
          </p:cNvPr>
          <p:cNvSpPr>
            <a:spLocks noGrp="1"/>
          </p:cNvSpPr>
          <p:nvPr>
            <p:ph type="sldNum" sz="quarter" idx="4"/>
          </p:nvPr>
        </p:nvSpPr>
        <p:spPr>
          <a:xfrm>
            <a:off x="10931526" y="6519600"/>
            <a:ext cx="721674" cy="151200"/>
          </a:xfrm>
          <a:prstGeom prst="rect">
            <a:avLst/>
          </a:prstGeom>
        </p:spPr>
        <p:txBody>
          <a:bodyPr vert="horz" lIns="0" tIns="0" rIns="0" bIns="0" rtlCol="0" anchor="ctr"/>
          <a:lstStyle>
            <a:lvl1pPr algn="r">
              <a:defRPr sz="800">
                <a:solidFill>
                  <a:schemeClr val="tx2"/>
                </a:solidFill>
              </a:defRPr>
            </a:lvl1pPr>
          </a:lstStyle>
          <a:p>
            <a:fld id="{608810A5-7811-344D-9AE9-EC83104FB54D}" type="slidenum">
              <a:rPr lang="nb-NO" noProof="0" smtClean="0"/>
              <a:t>‹#›</a:t>
            </a:fld>
            <a:endParaRPr lang="nb-NO" noProof="0"/>
          </a:p>
        </p:txBody>
      </p:sp>
      <p:sp>
        <p:nvSpPr>
          <p:cNvPr id="7" name="Graphic 8">
            <a:extLst>
              <a:ext uri="{FF2B5EF4-FFF2-40B4-BE49-F238E27FC236}">
                <a16:creationId xmlns:a16="http://schemas.microsoft.com/office/drawing/2014/main" id="{04CDEB6A-EC9F-A47E-AB0F-C408F31ABAC8}"/>
              </a:ext>
              <a:ext uri="{C183D7F6-B498-43B3-948B-1728B52AA6E4}">
                <adec:decorative xmlns:adec="http://schemas.microsoft.com/office/drawing/2017/decorative" val="1"/>
              </a:ext>
            </a:extLst>
          </p:cNvPr>
          <p:cNvSpPr>
            <a:spLocks noChangeAspect="1"/>
          </p:cNvSpPr>
          <p:nvPr/>
        </p:nvSpPr>
        <p:spPr>
          <a:xfrm>
            <a:off x="11815354" y="6503682"/>
            <a:ext cx="196988" cy="180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rgbClr val="00C8FF"/>
          </a:solidFill>
          <a:ln w="2177" cap="flat">
            <a:noFill/>
            <a:prstDash val="solid"/>
            <a:miter/>
          </a:ln>
        </p:spPr>
        <p:txBody>
          <a:bodyPr rtlCol="0" anchor="ctr"/>
          <a:lstStyle/>
          <a:p>
            <a:endParaRPr lang="nb-NO" sz="100" noProof="0"/>
          </a:p>
        </p:txBody>
      </p:sp>
      <p:grpSp>
        <p:nvGrpSpPr>
          <p:cNvPr id="10" name="Group 9">
            <a:extLst>
              <a:ext uri="{FF2B5EF4-FFF2-40B4-BE49-F238E27FC236}">
                <a16:creationId xmlns:a16="http://schemas.microsoft.com/office/drawing/2014/main" id="{D7F3D713-F8BA-001B-13C0-EB5FDA7444FD}"/>
              </a:ext>
              <a:ext uri="{C183D7F6-B498-43B3-948B-1728B52AA6E4}">
                <adec:decorative xmlns:adec="http://schemas.microsoft.com/office/drawing/2017/decorative" val="1"/>
              </a:ext>
            </a:extLst>
          </p:cNvPr>
          <p:cNvGrpSpPr/>
          <p:nvPr userDrawn="1"/>
        </p:nvGrpSpPr>
        <p:grpSpPr>
          <a:xfrm>
            <a:off x="12373674" y="1"/>
            <a:ext cx="2627986" cy="6858000"/>
            <a:chOff x="12373674" y="1"/>
            <a:chExt cx="2627986" cy="6858000"/>
          </a:xfrm>
        </p:grpSpPr>
        <p:sp>
          <p:nvSpPr>
            <p:cNvPr id="47" name="Avrundet rektangel 4">
              <a:extLst>
                <a:ext uri="{FF2B5EF4-FFF2-40B4-BE49-F238E27FC236}">
                  <a16:creationId xmlns:a16="http://schemas.microsoft.com/office/drawing/2014/main" id="{6D63A4C4-00B5-369A-08BF-064C27E241AD}"/>
                </a:ext>
              </a:extLst>
            </p:cNvPr>
            <p:cNvSpPr/>
            <p:nvPr/>
          </p:nvSpPr>
          <p:spPr>
            <a:xfrm>
              <a:off x="12373674" y="1"/>
              <a:ext cx="2627986" cy="6858000"/>
            </a:xfrm>
            <a:prstGeom prst="roundRect">
              <a:avLst>
                <a:gd name="adj" fmla="val 5452"/>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sz="100" noProof="0"/>
            </a:p>
          </p:txBody>
        </p:sp>
        <p:sp>
          <p:nvSpPr>
            <p:cNvPr id="54" name="TekstSylinder 48">
              <a:extLst>
                <a:ext uri="{FF2B5EF4-FFF2-40B4-BE49-F238E27FC236}">
                  <a16:creationId xmlns:a16="http://schemas.microsoft.com/office/drawing/2014/main" id="{EB10F4DD-B8AE-3019-112A-9139718F3AB2}"/>
                </a:ext>
              </a:extLst>
            </p:cNvPr>
            <p:cNvSpPr txBox="1"/>
            <p:nvPr/>
          </p:nvSpPr>
          <p:spPr>
            <a:xfrm>
              <a:off x="12627097" y="244919"/>
              <a:ext cx="2140807" cy="778675"/>
            </a:xfrm>
            <a:prstGeom prst="rect">
              <a:avLst/>
            </a:prstGeom>
            <a:noFill/>
          </p:spPr>
          <p:txBody>
            <a:bodyPr wrap="square" lIns="0" tIns="0" rIns="0" bIns="0" rtlCol="0">
              <a:spAutoFit/>
            </a:bodyPr>
            <a:lstStyle/>
            <a:p>
              <a:pPr algn="l">
                <a:spcAft>
                  <a:spcPts val="600"/>
                </a:spcAft>
              </a:pPr>
              <a:r>
                <a:rPr lang="nb" sz="1100" b="0" i="0" noProof="0" dirty="0">
                  <a:solidFill>
                    <a:srgbClr val="070451"/>
                  </a:solidFill>
                  <a:latin typeface="+mj-lt"/>
                  <a:cs typeface="TelenorEvolutionPPT-Light" panose="020B0604020202020204" charset="0"/>
                </a:rPr>
                <a:t>Fargepalett</a:t>
              </a:r>
              <a:endParaRPr lang="nb-NO" sz="1100" b="0" i="0" noProof="0" dirty="0">
                <a:solidFill>
                  <a:srgbClr val="070451"/>
                </a:solidFill>
                <a:latin typeface="+mj-lt"/>
                <a:cs typeface="TelenorEvolutionPPT-Light" panose="020B060402020202020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nb" sz="800" b="0" i="0" u="none" strike="noStrike" kern="1200" cap="none" spc="0" normalizeH="0" baseline="0" noProof="0" dirty="0">
                  <a:ln>
                    <a:noFill/>
                  </a:ln>
                  <a:solidFill>
                    <a:srgbClr val="070451"/>
                  </a:solidFill>
                  <a:effectLst/>
                  <a:uLnTx/>
                  <a:uFillTx/>
                  <a:latin typeface="+mn-lt"/>
                  <a:ea typeface="+mn-ea"/>
                  <a:cs typeface="TelenorEvolutionPPT-Light" panose="020B0604020202020204" charset="0"/>
                </a:rPr>
                <a:t>Bare et utvalg av Telenor-fargene er tilgjengelige i denne malen, hvis du trenger flere støttefarger, kan du se dem fra dette panelet.</a:t>
              </a:r>
            </a:p>
          </p:txBody>
        </p:sp>
        <p:sp>
          <p:nvSpPr>
            <p:cNvPr id="49" name="Ellipse 29">
              <a:extLst>
                <a:ext uri="{FF2B5EF4-FFF2-40B4-BE49-F238E27FC236}">
                  <a16:creationId xmlns:a16="http://schemas.microsoft.com/office/drawing/2014/main" id="{736F8E83-D053-8E07-57FE-9EA0BEFC59CC}"/>
                </a:ext>
              </a:extLst>
            </p:cNvPr>
            <p:cNvSpPr>
              <a:spLocks noChangeAspect="1"/>
            </p:cNvSpPr>
            <p:nvPr/>
          </p:nvSpPr>
          <p:spPr>
            <a:xfrm>
              <a:off x="12627097" y="1901793"/>
              <a:ext cx="360000" cy="360000"/>
            </a:xfrm>
            <a:prstGeom prst="ellipse">
              <a:avLst/>
            </a:prstGeom>
            <a:solidFill>
              <a:srgbClr val="07045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50" name="Ellipse 30">
              <a:extLst>
                <a:ext uri="{FF2B5EF4-FFF2-40B4-BE49-F238E27FC236}">
                  <a16:creationId xmlns:a16="http://schemas.microsoft.com/office/drawing/2014/main" id="{339BA127-F574-FCAF-0AA4-E7ECB3A0CE6A}"/>
                </a:ext>
              </a:extLst>
            </p:cNvPr>
            <p:cNvSpPr>
              <a:spLocks noChangeAspect="1"/>
            </p:cNvSpPr>
            <p:nvPr/>
          </p:nvSpPr>
          <p:spPr>
            <a:xfrm>
              <a:off x="13516703" y="1901793"/>
              <a:ext cx="360000" cy="360000"/>
            </a:xfrm>
            <a:prstGeom prst="ellipse">
              <a:avLst/>
            </a:prstGeom>
            <a:solidFill>
              <a:srgbClr val="1C16C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51" name="Ellipse 31">
              <a:extLst>
                <a:ext uri="{FF2B5EF4-FFF2-40B4-BE49-F238E27FC236}">
                  <a16:creationId xmlns:a16="http://schemas.microsoft.com/office/drawing/2014/main" id="{E1D0C162-4C0F-1409-E253-151D1CF6E932}"/>
                </a:ext>
              </a:extLst>
            </p:cNvPr>
            <p:cNvSpPr>
              <a:spLocks noChangeAspect="1"/>
            </p:cNvSpPr>
            <p:nvPr/>
          </p:nvSpPr>
          <p:spPr>
            <a:xfrm>
              <a:off x="13071900" y="1901793"/>
              <a:ext cx="360000" cy="360000"/>
            </a:xfrm>
            <a:prstGeom prst="ellipse">
              <a:avLst/>
            </a:prstGeom>
            <a:solidFill>
              <a:srgbClr val="00C8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52" name="Ellipse 33">
              <a:extLst>
                <a:ext uri="{FF2B5EF4-FFF2-40B4-BE49-F238E27FC236}">
                  <a16:creationId xmlns:a16="http://schemas.microsoft.com/office/drawing/2014/main" id="{6A5D3B67-2445-CF11-C108-008B91836138}"/>
                </a:ext>
              </a:extLst>
            </p:cNvPr>
            <p:cNvSpPr>
              <a:spLocks noChangeAspect="1"/>
            </p:cNvSpPr>
            <p:nvPr/>
          </p:nvSpPr>
          <p:spPr>
            <a:xfrm>
              <a:off x="13961506" y="1901793"/>
              <a:ext cx="360000" cy="360000"/>
            </a:xfrm>
            <a:prstGeom prst="ellipse">
              <a:avLst/>
            </a:prstGeom>
            <a:solidFill>
              <a:srgbClr val="AD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53" name="Ellipse 34">
              <a:extLst>
                <a:ext uri="{FF2B5EF4-FFF2-40B4-BE49-F238E27FC236}">
                  <a16:creationId xmlns:a16="http://schemas.microsoft.com/office/drawing/2014/main" id="{03DC1169-22CA-0FE7-C926-38078FA48A3A}"/>
                </a:ext>
              </a:extLst>
            </p:cNvPr>
            <p:cNvSpPr>
              <a:spLocks noChangeAspect="1"/>
            </p:cNvSpPr>
            <p:nvPr/>
          </p:nvSpPr>
          <p:spPr>
            <a:xfrm>
              <a:off x="14406309" y="1901793"/>
              <a:ext cx="360000" cy="360000"/>
            </a:xfrm>
            <a:prstGeom prst="ellipse">
              <a:avLst/>
            </a:prstGeom>
            <a:solidFill>
              <a:srgbClr val="EBFFFF"/>
            </a:solidFill>
            <a:ln w="12700">
              <a:solidFill>
                <a:srgbClr val="00C8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56" name="TekstSylinder 50">
              <a:extLst>
                <a:ext uri="{FF2B5EF4-FFF2-40B4-BE49-F238E27FC236}">
                  <a16:creationId xmlns:a16="http://schemas.microsoft.com/office/drawing/2014/main" id="{DB1633FD-E7F9-83E2-74E9-2C51E2781FEE}"/>
                </a:ext>
              </a:extLst>
            </p:cNvPr>
            <p:cNvSpPr txBox="1"/>
            <p:nvPr/>
          </p:nvSpPr>
          <p:spPr>
            <a:xfrm>
              <a:off x="12627096" y="1237835"/>
              <a:ext cx="2222001" cy="572840"/>
            </a:xfrm>
            <a:prstGeom prst="rect">
              <a:avLst/>
            </a:prstGeom>
            <a:noFill/>
          </p:spPr>
          <p:txBody>
            <a:bodyPr wrap="square" lIns="0" tIns="72000" rIns="0" bIns="0" rtlCol="0">
              <a:spAutoFit/>
            </a:bodyPr>
            <a:lstStyle>
              <a:defPPr>
                <a:defRPr lang="en-NO"/>
              </a:defPPr>
              <a:lvl1pPr>
                <a:spcAft>
                  <a:spcPts val="600"/>
                </a:spcAft>
                <a:defRPr b="0" i="0">
                  <a:cs typeface="Arial" panose="020B0604020202020204" pitchFamily="34" charset="0"/>
                </a:defRPr>
              </a:lvl1pPr>
            </a:lstStyle>
            <a:p>
              <a:pPr lvl="0"/>
              <a:r>
                <a:rPr lang="nb" sz="1050" b="0" i="0" noProof="0" dirty="0">
                  <a:solidFill>
                    <a:srgbClr val="070451"/>
                  </a:solidFill>
                  <a:latin typeface="+mj-lt"/>
                  <a:cs typeface="TelenorEvolutionPPT-Light" panose="020B0604020202020204" charset="0"/>
                </a:rPr>
                <a:t>Kjernefarger</a:t>
              </a:r>
              <a:endParaRPr lang="nb-NO" sz="1050" b="0" i="0" noProof="0" dirty="0">
                <a:solidFill>
                  <a:srgbClr val="070451"/>
                </a:solidFill>
                <a:latin typeface="+mj-lt"/>
                <a:cs typeface="TelenorEvolutionPPT-Light" panose="020B0604020202020204" charset="0"/>
              </a:endParaRPr>
            </a:p>
            <a:p>
              <a:pPr lvl="0">
                <a:lnSpc>
                  <a:spcPct val="110000"/>
                </a:lnSpc>
              </a:pPr>
              <a:r>
                <a:rPr lang="nb" sz="800" b="0" i="0" noProof="0" dirty="0">
                  <a:solidFill>
                    <a:srgbClr val="070451"/>
                  </a:solidFill>
                  <a:cs typeface="TelenorEvolutionPPT-Light" panose="020B0604020202020204" charset="0"/>
                </a:rPr>
                <a:t>Våre blå farger er en nøkkelingrediens for å etablere merkevaregjenkjenning.</a:t>
              </a:r>
            </a:p>
          </p:txBody>
        </p:sp>
        <p:cxnSp>
          <p:nvCxnSpPr>
            <p:cNvPr id="23" name="Rett linje 53">
              <a:extLst>
                <a:ext uri="{FF2B5EF4-FFF2-40B4-BE49-F238E27FC236}">
                  <a16:creationId xmlns:a16="http://schemas.microsoft.com/office/drawing/2014/main" id="{FD93F3A5-1124-4EF8-FD15-6442F0960AED}"/>
                </a:ext>
              </a:extLst>
            </p:cNvPr>
            <p:cNvCxnSpPr>
              <a:cxnSpLocks/>
            </p:cNvCxnSpPr>
            <p:nvPr/>
          </p:nvCxnSpPr>
          <p:spPr>
            <a:xfrm>
              <a:off x="12627096" y="4105379"/>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cxnSp>
          <p:nvCxnSpPr>
            <p:cNvPr id="58" name="Rett linje 53">
              <a:extLst>
                <a:ext uri="{FF2B5EF4-FFF2-40B4-BE49-F238E27FC236}">
                  <a16:creationId xmlns:a16="http://schemas.microsoft.com/office/drawing/2014/main" id="{DAB232E4-C0AD-9AA6-BDFC-1EB2C92E8BDA}"/>
                </a:ext>
              </a:extLst>
            </p:cNvPr>
            <p:cNvCxnSpPr>
              <a:cxnSpLocks/>
            </p:cNvCxnSpPr>
            <p:nvPr/>
          </p:nvCxnSpPr>
          <p:spPr>
            <a:xfrm>
              <a:off x="12627096" y="1237835"/>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grpSp>
          <p:nvGrpSpPr>
            <p:cNvPr id="76" name="Group 75">
              <a:extLst>
                <a:ext uri="{FF2B5EF4-FFF2-40B4-BE49-F238E27FC236}">
                  <a16:creationId xmlns:a16="http://schemas.microsoft.com/office/drawing/2014/main" id="{5DC1086A-5C4C-C5FC-D068-7659024C2D76}"/>
                </a:ext>
              </a:extLst>
            </p:cNvPr>
            <p:cNvGrpSpPr/>
            <p:nvPr/>
          </p:nvGrpSpPr>
          <p:grpSpPr>
            <a:xfrm>
              <a:off x="12627096" y="2374072"/>
              <a:ext cx="2160000" cy="234286"/>
              <a:chOff x="12944663" y="3703978"/>
              <a:chExt cx="2160000" cy="234286"/>
            </a:xfrm>
          </p:grpSpPr>
          <p:cxnSp>
            <p:nvCxnSpPr>
              <p:cNvPr id="59" name="Rett linje 54">
                <a:extLst>
                  <a:ext uri="{FF2B5EF4-FFF2-40B4-BE49-F238E27FC236}">
                    <a16:creationId xmlns:a16="http://schemas.microsoft.com/office/drawing/2014/main" id="{5C2C6591-BC4D-A0B3-AB72-C5B31411AA5C}"/>
                  </a:ext>
                </a:extLst>
              </p:cNvPr>
              <p:cNvCxnSpPr>
                <a:cxnSpLocks/>
              </p:cNvCxnSpPr>
              <p:nvPr/>
            </p:nvCxnSpPr>
            <p:spPr>
              <a:xfrm>
                <a:off x="12944663" y="3703978"/>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sp>
            <p:nvSpPr>
              <p:cNvPr id="66" name="TekstSylinder 61">
                <a:extLst>
                  <a:ext uri="{FF2B5EF4-FFF2-40B4-BE49-F238E27FC236}">
                    <a16:creationId xmlns:a16="http://schemas.microsoft.com/office/drawing/2014/main" id="{EDDBEEC5-6199-5479-C0EF-2278450BF05F}"/>
                  </a:ext>
                </a:extLst>
              </p:cNvPr>
              <p:cNvSpPr txBox="1"/>
              <p:nvPr/>
            </p:nvSpPr>
            <p:spPr>
              <a:xfrm>
                <a:off x="12944663" y="3703978"/>
                <a:ext cx="2159999" cy="234286"/>
              </a:xfrm>
              <a:prstGeom prst="rect">
                <a:avLst/>
              </a:prstGeom>
              <a:noFill/>
            </p:spPr>
            <p:txBody>
              <a:bodyPr wrap="square" lIns="0" tIns="72000" rIns="0" bIns="0" rtlCol="0">
                <a:spAutoFit/>
              </a:bodyPr>
              <a:lstStyle/>
              <a:p>
                <a:pPr marL="0" algn="l" defTabSz="914400" rtl="0" eaLnBrk="1" latinLnBrk="0" hangingPunct="1">
                  <a:spcAft>
                    <a:spcPts val="600"/>
                  </a:spcAft>
                </a:pPr>
                <a:r>
                  <a:rPr lang="nb" sz="1050" b="0" i="0" kern="1200" noProof="0" dirty="0">
                    <a:solidFill>
                      <a:srgbClr val="070451"/>
                    </a:solidFill>
                    <a:latin typeface="+mj-lt"/>
                    <a:ea typeface="+mn-ea"/>
                    <a:cs typeface="TelenorEvolutionPPT-Light" panose="020B0604020202020204" charset="0"/>
                  </a:rPr>
                  <a:t>Støttende farger</a:t>
                </a:r>
                <a:endParaRPr lang="nb-NO" sz="1050" b="0" i="0" kern="1200" noProof="0" dirty="0">
                  <a:solidFill>
                    <a:srgbClr val="070451"/>
                  </a:solidFill>
                  <a:latin typeface="+mj-lt"/>
                  <a:ea typeface="+mn-ea"/>
                  <a:cs typeface="TelenorEvolutionPPT-Light" panose="020B0604020202020204" charset="0"/>
                </a:endParaRPr>
              </a:p>
            </p:txBody>
          </p:sp>
        </p:grpSp>
        <p:grpSp>
          <p:nvGrpSpPr>
            <p:cNvPr id="9" name="Group 8">
              <a:extLst>
                <a:ext uri="{FF2B5EF4-FFF2-40B4-BE49-F238E27FC236}">
                  <a16:creationId xmlns:a16="http://schemas.microsoft.com/office/drawing/2014/main" id="{0A709970-256C-9419-FB47-3C8B3D12A584}"/>
                </a:ext>
              </a:extLst>
            </p:cNvPr>
            <p:cNvGrpSpPr/>
            <p:nvPr userDrawn="1"/>
          </p:nvGrpSpPr>
          <p:grpSpPr>
            <a:xfrm>
              <a:off x="12627096" y="3399204"/>
              <a:ext cx="2139213" cy="568472"/>
              <a:chOff x="12627096" y="3601112"/>
              <a:chExt cx="2139213" cy="568472"/>
            </a:xfrm>
          </p:grpSpPr>
          <p:grpSp>
            <p:nvGrpSpPr>
              <p:cNvPr id="15" name="Group 14">
                <a:extLst>
                  <a:ext uri="{FF2B5EF4-FFF2-40B4-BE49-F238E27FC236}">
                    <a16:creationId xmlns:a16="http://schemas.microsoft.com/office/drawing/2014/main" id="{21806F39-3B2E-D367-6913-B80DA47AFABB}"/>
                  </a:ext>
                </a:extLst>
              </p:cNvPr>
              <p:cNvGrpSpPr/>
              <p:nvPr/>
            </p:nvGrpSpPr>
            <p:grpSpPr>
              <a:xfrm>
                <a:off x="12627097" y="3809584"/>
                <a:ext cx="2139212" cy="360000"/>
                <a:chOff x="12627097" y="3996340"/>
                <a:chExt cx="2139212" cy="360000"/>
              </a:xfrm>
            </p:grpSpPr>
            <p:sp>
              <p:nvSpPr>
                <p:cNvPr id="69" name="Ellipse 74">
                  <a:extLst>
                    <a:ext uri="{FF2B5EF4-FFF2-40B4-BE49-F238E27FC236}">
                      <a16:creationId xmlns:a16="http://schemas.microsoft.com/office/drawing/2014/main" id="{7A50EFDB-9394-128D-616B-C90872CE2682}"/>
                    </a:ext>
                  </a:extLst>
                </p:cNvPr>
                <p:cNvSpPr>
                  <a:spLocks noChangeAspect="1"/>
                </p:cNvSpPr>
                <p:nvPr/>
              </p:nvSpPr>
              <p:spPr>
                <a:xfrm>
                  <a:off x="12627097" y="3996340"/>
                  <a:ext cx="360000" cy="360000"/>
                </a:xfrm>
                <a:prstGeom prst="ellipse">
                  <a:avLst/>
                </a:prstGeom>
                <a:solidFill>
                  <a:srgbClr val="FFF5F9"/>
                </a:solidFill>
                <a:ln w="12700">
                  <a:solidFill>
                    <a:srgbClr val="FFB8D7"/>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70" name="Ellipse 75">
                  <a:extLst>
                    <a:ext uri="{FF2B5EF4-FFF2-40B4-BE49-F238E27FC236}">
                      <a16:creationId xmlns:a16="http://schemas.microsoft.com/office/drawing/2014/main" id="{83C7EB67-0619-D1F1-3DB5-F34417332332}"/>
                    </a:ext>
                  </a:extLst>
                </p:cNvPr>
                <p:cNvSpPr>
                  <a:spLocks noChangeAspect="1"/>
                </p:cNvSpPr>
                <p:nvPr/>
              </p:nvSpPr>
              <p:spPr>
                <a:xfrm>
                  <a:off x="14406309" y="3996340"/>
                  <a:ext cx="360000" cy="360000"/>
                </a:xfrm>
                <a:prstGeom prst="ellipse">
                  <a:avLst/>
                </a:prstGeom>
                <a:solidFill>
                  <a:srgbClr val="F5FEF6"/>
                </a:solidFill>
                <a:ln w="12700">
                  <a:solidFill>
                    <a:srgbClr val="B1FBB9"/>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71" name="Ellipse 76">
                  <a:extLst>
                    <a:ext uri="{FF2B5EF4-FFF2-40B4-BE49-F238E27FC236}">
                      <a16:creationId xmlns:a16="http://schemas.microsoft.com/office/drawing/2014/main" id="{C4029C04-990F-A95A-C2F8-5FE84947179E}"/>
                    </a:ext>
                  </a:extLst>
                </p:cNvPr>
                <p:cNvSpPr>
                  <a:spLocks noChangeAspect="1"/>
                </p:cNvSpPr>
                <p:nvPr/>
              </p:nvSpPr>
              <p:spPr>
                <a:xfrm>
                  <a:off x="13516703" y="3996340"/>
                  <a:ext cx="360000" cy="360000"/>
                </a:xfrm>
                <a:prstGeom prst="ellipse">
                  <a:avLst/>
                </a:prstGeom>
                <a:solidFill>
                  <a:srgbClr val="FFF9F5"/>
                </a:solidFill>
                <a:ln w="12700">
                  <a:solidFill>
                    <a:srgbClr val="FFCFAD"/>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72" name="Ellipse 77">
                  <a:extLst>
                    <a:ext uri="{FF2B5EF4-FFF2-40B4-BE49-F238E27FC236}">
                      <a16:creationId xmlns:a16="http://schemas.microsoft.com/office/drawing/2014/main" id="{A0EAF171-6706-4088-712E-B94E68FC4A88}"/>
                    </a:ext>
                  </a:extLst>
                </p:cNvPr>
                <p:cNvSpPr>
                  <a:spLocks noChangeAspect="1"/>
                </p:cNvSpPr>
                <p:nvPr/>
              </p:nvSpPr>
              <p:spPr>
                <a:xfrm>
                  <a:off x="13961506" y="3996340"/>
                  <a:ext cx="360000" cy="360000"/>
                </a:xfrm>
                <a:prstGeom prst="ellipse">
                  <a:avLst/>
                </a:prstGeom>
                <a:solidFill>
                  <a:srgbClr val="FFFDEB"/>
                </a:solidFill>
                <a:ln w="12700">
                  <a:solidFill>
                    <a:srgbClr val="FEF7B9"/>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73" name="Ellipse 78">
                  <a:extLst>
                    <a:ext uri="{FF2B5EF4-FFF2-40B4-BE49-F238E27FC236}">
                      <a16:creationId xmlns:a16="http://schemas.microsoft.com/office/drawing/2014/main" id="{193E5CFA-DDCF-8460-598C-49E53AE0F562}"/>
                    </a:ext>
                  </a:extLst>
                </p:cNvPr>
                <p:cNvSpPr>
                  <a:spLocks noChangeAspect="1"/>
                </p:cNvSpPr>
                <p:nvPr/>
              </p:nvSpPr>
              <p:spPr>
                <a:xfrm>
                  <a:off x="13071900" y="3996340"/>
                  <a:ext cx="360000" cy="360000"/>
                </a:xfrm>
                <a:prstGeom prst="ellipse">
                  <a:avLst/>
                </a:prstGeom>
                <a:solidFill>
                  <a:srgbClr val="FFF5F5"/>
                </a:solidFill>
                <a:ln w="12700">
                  <a:solidFill>
                    <a:srgbClr val="FFADAD"/>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grpSp>
          <p:sp>
            <p:nvSpPr>
              <p:cNvPr id="14" name="TextBox 13">
                <a:extLst>
                  <a:ext uri="{FF2B5EF4-FFF2-40B4-BE49-F238E27FC236}">
                    <a16:creationId xmlns:a16="http://schemas.microsoft.com/office/drawing/2014/main" id="{EC22C80A-D708-B1AF-DA7A-B0F5C7AC5D51}"/>
                  </a:ext>
                </a:extLst>
              </p:cNvPr>
              <p:cNvSpPr txBox="1"/>
              <p:nvPr/>
            </p:nvSpPr>
            <p:spPr>
              <a:xfrm>
                <a:off x="12627096" y="3601112"/>
                <a:ext cx="788677" cy="123111"/>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pPr>
                <a:r>
                  <a:rPr kumimoji="0" lang="nb" sz="800" b="0" i="0" u="none" strike="noStrike" kern="1200" cap="none" spc="0" normalizeH="0" baseline="0" noProof="0" dirty="0">
                    <a:ln>
                      <a:noFill/>
                    </a:ln>
                    <a:solidFill>
                      <a:srgbClr val="070451"/>
                    </a:solidFill>
                    <a:effectLst/>
                    <a:uLnTx/>
                    <a:uFillTx/>
                    <a:latin typeface="+mn-lt"/>
                    <a:ea typeface="+mn-ea"/>
                    <a:cs typeface="TelenorEvolutionPPT-Light" panose="020B0604020202020204" charset="0"/>
                  </a:rPr>
                  <a:t>Bakgrunnsfarger</a:t>
                </a:r>
                <a:endParaRPr kumimoji="0" lang="nb-NO" sz="800" b="0" i="0" u="none" strike="noStrike" kern="1200" cap="none" spc="0" normalizeH="0" baseline="0" noProof="0" dirty="0">
                  <a:ln>
                    <a:noFill/>
                  </a:ln>
                  <a:solidFill>
                    <a:schemeClr val="tx1"/>
                  </a:solidFill>
                  <a:effectLst/>
                  <a:uLnTx/>
                  <a:uFillTx/>
                  <a:latin typeface="TelenorEvolutionPPT-Light" panose="020B0604020202020204" charset="0"/>
                  <a:ea typeface="+mn-ea"/>
                  <a:cs typeface="TelenorEvolutionPPT-Light" panose="020B0604020202020204" charset="0"/>
                </a:endParaRPr>
              </a:p>
            </p:txBody>
          </p:sp>
        </p:grpSp>
        <p:grpSp>
          <p:nvGrpSpPr>
            <p:cNvPr id="8" name="Group 7">
              <a:extLst>
                <a:ext uri="{FF2B5EF4-FFF2-40B4-BE49-F238E27FC236}">
                  <a16:creationId xmlns:a16="http://schemas.microsoft.com/office/drawing/2014/main" id="{77A871C5-6CEA-42BE-453C-12C13F727596}"/>
                </a:ext>
              </a:extLst>
            </p:cNvPr>
            <p:cNvGrpSpPr/>
            <p:nvPr userDrawn="1"/>
          </p:nvGrpSpPr>
          <p:grpSpPr>
            <a:xfrm>
              <a:off x="12627096" y="2687503"/>
              <a:ext cx="2139213" cy="568472"/>
              <a:chOff x="12627096" y="2816351"/>
              <a:chExt cx="2139213" cy="568472"/>
            </a:xfrm>
          </p:grpSpPr>
          <p:grpSp>
            <p:nvGrpSpPr>
              <p:cNvPr id="20" name="Group 19">
                <a:extLst>
                  <a:ext uri="{FF2B5EF4-FFF2-40B4-BE49-F238E27FC236}">
                    <a16:creationId xmlns:a16="http://schemas.microsoft.com/office/drawing/2014/main" id="{12231960-1C1A-5CAF-5888-9FBEDFC45B60}"/>
                  </a:ext>
                </a:extLst>
              </p:cNvPr>
              <p:cNvGrpSpPr/>
              <p:nvPr/>
            </p:nvGrpSpPr>
            <p:grpSpPr>
              <a:xfrm>
                <a:off x="12627097" y="3024823"/>
                <a:ext cx="2139212" cy="360000"/>
                <a:chOff x="12627097" y="3302521"/>
                <a:chExt cx="2139212" cy="360000"/>
              </a:xfrm>
            </p:grpSpPr>
            <p:sp>
              <p:nvSpPr>
                <p:cNvPr id="61" name="Ellipse 56">
                  <a:extLst>
                    <a:ext uri="{FF2B5EF4-FFF2-40B4-BE49-F238E27FC236}">
                      <a16:creationId xmlns:a16="http://schemas.microsoft.com/office/drawing/2014/main" id="{4AAD2FD4-B90B-9DE8-7378-31163D1B091F}"/>
                    </a:ext>
                  </a:extLst>
                </p:cNvPr>
                <p:cNvSpPr>
                  <a:spLocks noChangeAspect="1"/>
                </p:cNvSpPr>
                <p:nvPr/>
              </p:nvSpPr>
              <p:spPr>
                <a:xfrm>
                  <a:off x="12627097" y="3302521"/>
                  <a:ext cx="360000" cy="360000"/>
                </a:xfrm>
                <a:prstGeom prst="ellipse">
                  <a:avLst/>
                </a:prstGeom>
                <a:solidFill>
                  <a:srgbClr val="FFB8D7"/>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62" name="Ellipse 57">
                  <a:extLst>
                    <a:ext uri="{FF2B5EF4-FFF2-40B4-BE49-F238E27FC236}">
                      <a16:creationId xmlns:a16="http://schemas.microsoft.com/office/drawing/2014/main" id="{F9EC31B1-30FC-781E-38A3-2CF1D9FBCBB3}"/>
                    </a:ext>
                  </a:extLst>
                </p:cNvPr>
                <p:cNvSpPr>
                  <a:spLocks noChangeAspect="1"/>
                </p:cNvSpPr>
                <p:nvPr/>
              </p:nvSpPr>
              <p:spPr>
                <a:xfrm>
                  <a:off x="14406309" y="3302521"/>
                  <a:ext cx="360000" cy="360000"/>
                </a:xfrm>
                <a:prstGeom prst="ellipse">
                  <a:avLst/>
                </a:prstGeom>
                <a:solidFill>
                  <a:srgbClr val="B1FBB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63" name="Ellipse 58">
                  <a:extLst>
                    <a:ext uri="{FF2B5EF4-FFF2-40B4-BE49-F238E27FC236}">
                      <a16:creationId xmlns:a16="http://schemas.microsoft.com/office/drawing/2014/main" id="{573ABCA9-925E-ADC3-3156-2286F0F788AD}"/>
                    </a:ext>
                  </a:extLst>
                </p:cNvPr>
                <p:cNvSpPr>
                  <a:spLocks noChangeAspect="1"/>
                </p:cNvSpPr>
                <p:nvPr/>
              </p:nvSpPr>
              <p:spPr>
                <a:xfrm>
                  <a:off x="13516703" y="3302521"/>
                  <a:ext cx="360000" cy="360000"/>
                </a:xfrm>
                <a:prstGeom prst="ellipse">
                  <a:avLst/>
                </a:prstGeom>
                <a:solidFill>
                  <a:srgbClr val="FFCFAD"/>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64" name="Ellipse 59">
                  <a:extLst>
                    <a:ext uri="{FF2B5EF4-FFF2-40B4-BE49-F238E27FC236}">
                      <a16:creationId xmlns:a16="http://schemas.microsoft.com/office/drawing/2014/main" id="{37591B38-F715-BB13-C88E-77828CE801D7}"/>
                    </a:ext>
                  </a:extLst>
                </p:cNvPr>
                <p:cNvSpPr>
                  <a:spLocks noChangeAspect="1"/>
                </p:cNvSpPr>
                <p:nvPr/>
              </p:nvSpPr>
              <p:spPr>
                <a:xfrm>
                  <a:off x="13961506" y="3302521"/>
                  <a:ext cx="360000" cy="360000"/>
                </a:xfrm>
                <a:prstGeom prst="ellipse">
                  <a:avLst/>
                </a:prstGeom>
                <a:solidFill>
                  <a:srgbClr val="FEF7B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65" name="Ellipse 60">
                  <a:extLst>
                    <a:ext uri="{FF2B5EF4-FFF2-40B4-BE49-F238E27FC236}">
                      <a16:creationId xmlns:a16="http://schemas.microsoft.com/office/drawing/2014/main" id="{E4C6EF15-81F7-54A5-1A6A-9DF83806248A}"/>
                    </a:ext>
                  </a:extLst>
                </p:cNvPr>
                <p:cNvSpPr>
                  <a:spLocks noChangeAspect="1"/>
                </p:cNvSpPr>
                <p:nvPr/>
              </p:nvSpPr>
              <p:spPr>
                <a:xfrm>
                  <a:off x="13071900" y="3302521"/>
                  <a:ext cx="360000" cy="360000"/>
                </a:xfrm>
                <a:prstGeom prst="ellipse">
                  <a:avLst/>
                </a:prstGeom>
                <a:solidFill>
                  <a:srgbClr val="FFADAD"/>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grpSp>
          <p:sp>
            <p:nvSpPr>
              <p:cNvPr id="16" name="TextBox 15">
                <a:extLst>
                  <a:ext uri="{FF2B5EF4-FFF2-40B4-BE49-F238E27FC236}">
                    <a16:creationId xmlns:a16="http://schemas.microsoft.com/office/drawing/2014/main" id="{5E23F57C-0E63-FAFF-121A-7F28BFAABCC3}"/>
                  </a:ext>
                </a:extLst>
              </p:cNvPr>
              <p:cNvSpPr txBox="1"/>
              <p:nvPr/>
            </p:nvSpPr>
            <p:spPr>
              <a:xfrm>
                <a:off x="12627096" y="2816351"/>
                <a:ext cx="549831" cy="123111"/>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pPr>
                <a:r>
                  <a:rPr kumimoji="0" lang="nb" sz="800" b="0" i="0" u="none" strike="noStrike" kern="1200" cap="none" spc="0" normalizeH="0" baseline="0" noProof="0" dirty="0">
                    <a:ln>
                      <a:noFill/>
                    </a:ln>
                    <a:solidFill>
                      <a:srgbClr val="070451"/>
                    </a:solidFill>
                    <a:effectLst/>
                    <a:uLnTx/>
                    <a:uFillTx/>
                    <a:latin typeface="+mn-lt"/>
                    <a:ea typeface="+mn-ea"/>
                    <a:cs typeface="TelenorEvolutionPPT-Light" panose="020B0604020202020204" charset="0"/>
                  </a:rPr>
                  <a:t>Tekstfarger</a:t>
                </a:r>
                <a:endParaRPr kumimoji="0" lang="nb-NO" sz="800" b="0" i="0" u="none" strike="noStrike" kern="1200" cap="none" spc="0" normalizeH="0" baseline="0" noProof="0" dirty="0">
                  <a:ln>
                    <a:noFill/>
                  </a:ln>
                  <a:solidFill>
                    <a:schemeClr val="tx1"/>
                  </a:solidFill>
                  <a:effectLst/>
                  <a:uLnTx/>
                  <a:uFillTx/>
                  <a:latin typeface="TelenorEvolutionPPT-Light" panose="020B0604020202020204" charset="0"/>
                  <a:ea typeface="+mn-ea"/>
                  <a:cs typeface="TelenorEvolutionPPT-Light" panose="020B0604020202020204" charset="0"/>
                </a:endParaRPr>
              </a:p>
            </p:txBody>
          </p:sp>
        </p:grpSp>
      </p:grpSp>
      <p:sp>
        <p:nvSpPr>
          <p:cNvPr id="12" name="TextBox 11">
            <a:extLst>
              <a:ext uri="{FF2B5EF4-FFF2-40B4-BE49-F238E27FC236}">
                <a16:creationId xmlns:a16="http://schemas.microsoft.com/office/drawing/2014/main" id="{93744B20-C1BA-5DF2-BDD6-2A1DA8585CB7}"/>
              </a:ext>
            </a:extLst>
          </p:cNvPr>
          <p:cNvSpPr txBox="1"/>
          <p:nvPr>
            <p:extLst>
              <p:ext uri="{1162E1C5-73C7-4A58-AE30-91384D911F3F}">
                <p184:classification xmlns:p184="http://schemas.microsoft.com/office/powerpoint/2018/4/main" val="ftr"/>
              </p:ext>
            </p:extLst>
          </p:nvPr>
        </p:nvSpPr>
        <p:spPr>
          <a:xfrm>
            <a:off x="5616575" y="6657340"/>
            <a:ext cx="990600" cy="137160"/>
          </a:xfrm>
          <a:prstGeom prst="rect">
            <a:avLst/>
          </a:prstGeom>
        </p:spPr>
        <p:txBody>
          <a:bodyPr horzOverflow="overflow" lIns="0" tIns="0" rIns="0" bIns="0">
            <a:spAutoFit/>
          </a:bodyPr>
          <a:lstStyle/>
          <a:p>
            <a:pPr algn="l"/>
            <a:r>
              <a:rPr lang="en-US" sz="900">
                <a:solidFill>
                  <a:srgbClr val="A6A6A6">
                    <a:alpha val="50000"/>
                  </a:srgbClr>
                </a:solidFill>
                <a:latin typeface="Arial" panose="020B0604020202020204" pitchFamily="34" charset="0"/>
                <a:cs typeface="Arial" panose="020B0604020202020204" pitchFamily="34" charset="0"/>
              </a:rPr>
              <a:t>Sensitivity: Internal</a:t>
            </a:r>
          </a:p>
        </p:txBody>
      </p:sp>
    </p:spTree>
    <p:extLst>
      <p:ext uri="{BB962C8B-B14F-4D97-AF65-F5344CB8AC3E}">
        <p14:creationId xmlns:p14="http://schemas.microsoft.com/office/powerpoint/2010/main" val="21543332"/>
      </p:ext>
    </p:extLst>
  </p:cSld>
  <p:clrMap bg1="lt1" tx1="dk1" bg2="lt2" tx2="dk2" accent1="accent1" accent2="accent2" accent3="accent3" accent4="accent4" accent5="accent5" accent6="accent6" hlink="hlink" folHlink="folHlink"/>
  <p:sldLayoutIdLst>
    <p:sldLayoutId id="2147483735" r:id="rId1"/>
    <p:sldLayoutId id="2147483737" r:id="rId2"/>
    <p:sldLayoutId id="2147483749" r:id="rId3"/>
    <p:sldLayoutId id="2147483738" r:id="rId4"/>
    <p:sldLayoutId id="2147483667" r:id="rId5"/>
    <p:sldLayoutId id="2147483668" r:id="rId6"/>
    <p:sldLayoutId id="2147483742" r:id="rId7"/>
    <p:sldLayoutId id="2147483670" r:id="rId8"/>
    <p:sldLayoutId id="2147483671" r:id="rId9"/>
    <p:sldLayoutId id="2147483678" r:id="rId10"/>
    <p:sldLayoutId id="2147483741" r:id="rId11"/>
    <p:sldLayoutId id="2147483745" r:id="rId12"/>
    <p:sldLayoutId id="2147483675" r:id="rId13"/>
    <p:sldLayoutId id="2147483676" r:id="rId14"/>
    <p:sldLayoutId id="2147483677" r:id="rId15"/>
    <p:sldLayoutId id="2147483680" r:id="rId16"/>
    <p:sldLayoutId id="2147483687" r:id="rId17"/>
    <p:sldLayoutId id="2147483681" r:id="rId18"/>
    <p:sldLayoutId id="2147483688" r:id="rId19"/>
    <p:sldLayoutId id="2147483682" r:id="rId20"/>
    <p:sldLayoutId id="2147483689" r:id="rId21"/>
    <p:sldLayoutId id="2147483683" r:id="rId22"/>
    <p:sldLayoutId id="2147483690" r:id="rId23"/>
    <p:sldLayoutId id="2147483684" r:id="rId24"/>
    <p:sldLayoutId id="2147483691" r:id="rId25"/>
    <p:sldLayoutId id="2147483697" r:id="rId26"/>
    <p:sldLayoutId id="2147483700" r:id="rId27"/>
    <p:sldLayoutId id="2147483685" r:id="rId28"/>
    <p:sldLayoutId id="2147483748" r:id="rId29"/>
    <p:sldLayoutId id="2147483692" r:id="rId30"/>
    <p:sldLayoutId id="2147483686" r:id="rId31"/>
    <p:sldLayoutId id="2147483693" r:id="rId32"/>
    <p:sldLayoutId id="2147483746" r:id="rId33"/>
    <p:sldLayoutId id="2147483743" r:id="rId34"/>
    <p:sldLayoutId id="2147483694" r:id="rId35"/>
    <p:sldLayoutId id="2147483695" r:id="rId36"/>
    <p:sldLayoutId id="2147483696" r:id="rId37"/>
    <p:sldLayoutId id="2147483698" r:id="rId38"/>
    <p:sldLayoutId id="2147483701" r:id="rId39"/>
    <p:sldLayoutId id="2147483699" r:id="rId40"/>
    <p:sldLayoutId id="2147483702" r:id="rId41"/>
    <p:sldLayoutId id="2147483703" r:id="rId42"/>
    <p:sldLayoutId id="2147483704" r:id="rId43"/>
    <p:sldLayoutId id="2147483705" r:id="rId44"/>
    <p:sldLayoutId id="2147483708" r:id="rId45"/>
    <p:sldLayoutId id="2147483711" r:id="rId46"/>
    <p:sldLayoutId id="2147483710" r:id="rId47"/>
    <p:sldLayoutId id="2147483712" r:id="rId48"/>
    <p:sldLayoutId id="2147483713" r:id="rId49"/>
    <p:sldLayoutId id="2147483714" r:id="rId50"/>
    <p:sldLayoutId id="2147483721" r:id="rId51"/>
    <p:sldLayoutId id="2147483716" r:id="rId52"/>
    <p:sldLayoutId id="2147483717" r:id="rId53"/>
    <p:sldLayoutId id="2147483718" r:id="rId54"/>
    <p:sldLayoutId id="2147483719" r:id="rId55"/>
    <p:sldLayoutId id="2147483720" r:id="rId56"/>
    <p:sldLayoutId id="2147483722" r:id="rId57"/>
    <p:sldLayoutId id="2147483723" r:id="rId58"/>
    <p:sldLayoutId id="2147483747" r:id="rId59"/>
    <p:sldLayoutId id="2147483724" r:id="rId60"/>
    <p:sldLayoutId id="2147483725" r:id="rId61"/>
    <p:sldLayoutId id="2147483726" r:id="rId62"/>
    <p:sldLayoutId id="2147483728" r:id="rId63"/>
    <p:sldLayoutId id="2147483727" r:id="rId64"/>
    <p:sldLayoutId id="2147483729" r:id="rId65"/>
    <p:sldLayoutId id="2147483730" r:id="rId66"/>
    <p:sldLayoutId id="2147483731" r:id="rId67"/>
    <p:sldLayoutId id="2147483732" r:id="rId68"/>
    <p:sldLayoutId id="2147483733" r:id="rId69"/>
  </p:sldLayoutIdLst>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hf hdr="0" ftr="0" dt="0"/>
  <p:txStyles>
    <p:titleStyle>
      <a:lvl1pPr algn="l" defTabSz="914400" rtl="0" eaLnBrk="1" latinLnBrk="0" hangingPunct="1">
        <a:lnSpc>
          <a:spcPct val="90000"/>
        </a:lnSpc>
        <a:spcBef>
          <a:spcPct val="0"/>
        </a:spcBef>
        <a:buNone/>
        <a:defRPr sz="3200" b="0" i="0" kern="1200">
          <a:solidFill>
            <a:schemeClr val="tx1"/>
          </a:solidFill>
          <a:latin typeface="+mn-lt"/>
          <a:ea typeface="+mj-ea"/>
          <a:cs typeface="+mj-cs"/>
        </a:defRPr>
      </a:lvl1pPr>
    </p:titleStyle>
    <p:bodyStyle>
      <a:lvl1pPr marL="180000" indent="-180000" algn="l" defTabSz="914400" rtl="0" eaLnBrk="1" latinLnBrk="0" hangingPunct="1">
        <a:lnSpc>
          <a:spcPct val="110000"/>
        </a:lnSpc>
        <a:spcBef>
          <a:spcPts val="1000"/>
        </a:spcBef>
        <a:buClr>
          <a:schemeClr val="accent1"/>
        </a:buClr>
        <a:buFont typeface="Arial" panose="020B0604020202020204" pitchFamily="34" charset="0"/>
        <a:buChar char="•"/>
        <a:defRPr sz="2000" b="0" i="0" kern="1200">
          <a:solidFill>
            <a:schemeClr val="tx1"/>
          </a:solidFill>
          <a:latin typeface="+mn-lt"/>
          <a:ea typeface="+mn-ea"/>
          <a:cs typeface="+mn-cs"/>
        </a:defRPr>
      </a:lvl1pPr>
      <a:lvl2pPr marL="432000" indent="-216000" algn="l" defTabSz="914400" rtl="0" eaLnBrk="1" latinLnBrk="0" hangingPunct="1">
        <a:lnSpc>
          <a:spcPct val="110000"/>
        </a:lnSpc>
        <a:spcBef>
          <a:spcPts val="600"/>
        </a:spcBef>
        <a:buClr>
          <a:schemeClr val="accent1"/>
        </a:buClr>
        <a:buFont typeface="Arial" panose="020B0604020202020204" pitchFamily="34" charset="0"/>
        <a:buChar char="‒"/>
        <a:defRPr sz="1800" b="0" i="0" kern="1200">
          <a:solidFill>
            <a:schemeClr val="tx1"/>
          </a:solidFill>
          <a:latin typeface="+mn-lt"/>
          <a:ea typeface="+mn-ea"/>
          <a:cs typeface="+mn-cs"/>
        </a:defRPr>
      </a:lvl2pPr>
      <a:lvl3pPr marL="684000" indent="-216000" algn="l" defTabSz="914400" rtl="0" eaLnBrk="1" latinLnBrk="0" hangingPunct="1">
        <a:lnSpc>
          <a:spcPct val="110000"/>
        </a:lnSpc>
        <a:spcBef>
          <a:spcPts val="600"/>
        </a:spcBef>
        <a:buClr>
          <a:schemeClr val="accent1"/>
        </a:buClr>
        <a:buFont typeface="Arial" panose="020B0604020202020204" pitchFamily="34" charset="0"/>
        <a:buChar char="‒"/>
        <a:defRPr sz="1600" b="0" i="0" kern="1200">
          <a:solidFill>
            <a:schemeClr val="tx1"/>
          </a:solidFill>
          <a:latin typeface="+mn-lt"/>
          <a:ea typeface="+mn-ea"/>
          <a:cs typeface="+mn-cs"/>
        </a:defRPr>
      </a:lvl3pPr>
      <a:lvl4pPr marL="936000" indent="-216000" algn="l" defTabSz="914400" rtl="0" eaLnBrk="1" latinLnBrk="0" hangingPunct="1">
        <a:lnSpc>
          <a:spcPct val="110000"/>
        </a:lnSpc>
        <a:spcBef>
          <a:spcPts val="600"/>
        </a:spcBef>
        <a:buClr>
          <a:schemeClr val="accent1"/>
        </a:buClr>
        <a:buFont typeface="Arial" panose="020B0604020202020204" pitchFamily="34" charset="0"/>
        <a:buChar char="‒"/>
        <a:defRPr sz="1400" b="0" i="0" kern="1200">
          <a:solidFill>
            <a:schemeClr val="tx1"/>
          </a:solidFill>
          <a:latin typeface="+mn-lt"/>
          <a:ea typeface="+mn-ea"/>
          <a:cs typeface="+mn-cs"/>
        </a:defRPr>
      </a:lvl4pPr>
      <a:lvl5pPr marL="1152000" indent="-216000" algn="l" defTabSz="914400" rtl="0" eaLnBrk="1" latinLnBrk="0" hangingPunct="1">
        <a:lnSpc>
          <a:spcPct val="110000"/>
        </a:lnSpc>
        <a:spcBef>
          <a:spcPts val="600"/>
        </a:spcBef>
        <a:buClr>
          <a:schemeClr val="accent1"/>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340">
          <p15:clr>
            <a:srgbClr val="F26B43"/>
          </p15:clr>
        </p15:guide>
        <p15:guide id="4" pos="7340">
          <p15:clr>
            <a:srgbClr val="F26B43"/>
          </p15:clr>
        </p15:guide>
        <p15:guide id="5" orient="horz" pos="3982">
          <p15:clr>
            <a:srgbClr val="F26B43"/>
          </p15:clr>
        </p15:guide>
        <p15:guide id="8" orient="horz" pos="338">
          <p15:clr>
            <a:srgbClr val="F26B43"/>
          </p15:clr>
        </p15:guide>
        <p15:guide id="9"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9.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9.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9.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9.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hyperlink" Target="mailto:henrik.stoa.ingebo@telenor.no" TargetMode="External"/><Relationship Id="rId2" Type="http://schemas.openxmlformats.org/officeDocument/2006/relationships/notesSlide" Target="../notesSlides/notesSlide8.xml"/><Relationship Id="rId1" Type="http://schemas.openxmlformats.org/officeDocument/2006/relationships/slideLayout" Target="../slideLayouts/slideLayout29.xml"/><Relationship Id="rId5" Type="http://schemas.openxmlformats.org/officeDocument/2006/relationships/hyperlink" Target="mailto:goril.sorstrom.angeltvedt@telenor.no" TargetMode="External"/><Relationship Id="rId4" Type="http://schemas.openxmlformats.org/officeDocument/2006/relationships/hyperlink" Target="mailto:ketil.jensen@telenor.n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081FD3-DD4A-D8A1-3507-EDB7E5EE04C9}"/>
              </a:ext>
            </a:extLst>
          </p:cNvPr>
          <p:cNvSpPr>
            <a:spLocks noGrp="1"/>
          </p:cNvSpPr>
          <p:nvPr>
            <p:ph type="ctrTitle"/>
          </p:nvPr>
        </p:nvSpPr>
        <p:spPr>
          <a:xfrm>
            <a:off x="540477" y="1344292"/>
            <a:ext cx="11111046" cy="2900361"/>
          </a:xfrm>
        </p:spPr>
        <p:txBody>
          <a:bodyPr/>
          <a:lstStyle/>
          <a:p>
            <a:r>
              <a:rPr lang="nb-NO" dirty="0"/>
              <a:t>Pilot Verdikoder</a:t>
            </a:r>
            <a:br>
              <a:rPr lang="nb-NO" dirty="0"/>
            </a:br>
            <a:br>
              <a:rPr lang="nb-NO" sz="6600" dirty="0"/>
            </a:br>
            <a:r>
              <a:rPr lang="nb-NO" sz="3600" dirty="0"/>
              <a:t>Telenorbutikkene </a:t>
            </a:r>
            <a:br>
              <a:rPr lang="nb-NO" sz="3600" dirty="0"/>
            </a:br>
            <a:r>
              <a:rPr lang="nb-NO" sz="3600" dirty="0"/>
              <a:t>Trondheim &amp; Omegn</a:t>
            </a:r>
            <a:br>
              <a:rPr lang="nb-NO" sz="3600" dirty="0"/>
            </a:br>
            <a:r>
              <a:rPr lang="nb-NO" sz="3600" dirty="0"/>
              <a:t>9.-14.februar </a:t>
            </a:r>
            <a:endParaRPr lang="nb-NO" b="0" dirty="0"/>
          </a:p>
        </p:txBody>
      </p:sp>
      <p:sp>
        <p:nvSpPr>
          <p:cNvPr id="3" name="Slide Number Placeholder 2">
            <a:extLst>
              <a:ext uri="{FF2B5EF4-FFF2-40B4-BE49-F238E27FC236}">
                <a16:creationId xmlns:a16="http://schemas.microsoft.com/office/drawing/2014/main" id="{93799B38-FB76-1432-DFFD-3A6EA700E21E}"/>
              </a:ext>
            </a:extLst>
          </p:cNvPr>
          <p:cNvSpPr>
            <a:spLocks noGrp="1"/>
          </p:cNvSpPr>
          <p:nvPr>
            <p:ph type="sldNum" sz="quarter" idx="12"/>
          </p:nvPr>
        </p:nvSpPr>
        <p:spPr/>
        <p:txBody>
          <a:bodyPr/>
          <a:lstStyle/>
          <a:p>
            <a:fld id="{608810A5-7811-344D-9AE9-EC83104FB54D}" type="slidenum">
              <a:rPr lang="en-GB" smtClean="0"/>
              <a:t>1</a:t>
            </a:fld>
            <a:endParaRPr lang="en-GB"/>
          </a:p>
        </p:txBody>
      </p:sp>
      <p:sp>
        <p:nvSpPr>
          <p:cNvPr id="2" name="TextBox 1">
            <a:extLst>
              <a:ext uri="{FF2B5EF4-FFF2-40B4-BE49-F238E27FC236}">
                <a16:creationId xmlns:a16="http://schemas.microsoft.com/office/drawing/2014/main" id="{9A572F3B-B0F0-AF08-AAF1-59F54BB8FD54}"/>
              </a:ext>
            </a:extLst>
          </p:cNvPr>
          <p:cNvSpPr txBox="1"/>
          <p:nvPr/>
        </p:nvSpPr>
        <p:spPr>
          <a:xfrm>
            <a:off x="8677275" y="5867400"/>
            <a:ext cx="2412273" cy="450251"/>
          </a:xfrm>
          <a:prstGeom prst="rect">
            <a:avLst/>
          </a:prstGeom>
          <a:noFill/>
        </p:spPr>
        <p:txBody>
          <a:bodyPr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2800" b="0" i="1" u="none" strike="noStrike" kern="1200" cap="none" spc="0" normalizeH="0" baseline="0" noProof="0" dirty="0">
                <a:ln>
                  <a:noFill/>
                </a:ln>
                <a:solidFill>
                  <a:schemeClr val="tx1"/>
                </a:solidFill>
                <a:effectLst/>
                <a:uLnTx/>
                <a:uFillTx/>
                <a:ea typeface="+mn-ea"/>
                <a:cs typeface="Arial" panose="020B0604020202020204" pitchFamily="34" charset="0"/>
              </a:rPr>
              <a:t>In progress</a:t>
            </a:r>
          </a:p>
        </p:txBody>
      </p:sp>
    </p:spTree>
    <p:extLst>
      <p:ext uri="{BB962C8B-B14F-4D97-AF65-F5344CB8AC3E}">
        <p14:creationId xmlns:p14="http://schemas.microsoft.com/office/powerpoint/2010/main" val="3951913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ECD41-8997-232B-3E5F-273AEC80CB5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BF88FE-5FC9-1B4C-2EA9-DFE9BB090DE1}"/>
              </a:ext>
            </a:extLst>
          </p:cNvPr>
          <p:cNvSpPr>
            <a:spLocks noGrp="1"/>
          </p:cNvSpPr>
          <p:nvPr>
            <p:ph type="sldNum" sz="quarter" idx="10"/>
          </p:nvPr>
        </p:nvSpPr>
        <p:spPr>
          <a:xfrm>
            <a:off x="10930926" y="6491025"/>
            <a:ext cx="721674" cy="151200"/>
          </a:xfrm>
        </p:spPr>
        <p:txBody>
          <a:bodyPr/>
          <a:lstStyle/>
          <a:p>
            <a:fld id="{608810A5-7811-344D-9AE9-EC83104FB54D}" type="slidenum">
              <a:rPr lang="en-GB" smtClean="0"/>
              <a:t>2</a:t>
            </a:fld>
            <a:endParaRPr lang="en-GB"/>
          </a:p>
        </p:txBody>
      </p:sp>
      <p:sp>
        <p:nvSpPr>
          <p:cNvPr id="5" name="Title 4">
            <a:extLst>
              <a:ext uri="{FF2B5EF4-FFF2-40B4-BE49-F238E27FC236}">
                <a16:creationId xmlns:a16="http://schemas.microsoft.com/office/drawing/2014/main" id="{7799C62B-F65E-C1A7-636E-872C857D6B96}"/>
              </a:ext>
            </a:extLst>
          </p:cNvPr>
          <p:cNvSpPr>
            <a:spLocks noGrp="1"/>
          </p:cNvSpPr>
          <p:nvPr>
            <p:ph type="title"/>
          </p:nvPr>
        </p:nvSpPr>
        <p:spPr/>
        <p:txBody>
          <a:bodyPr/>
          <a:lstStyle/>
          <a:p>
            <a:r>
              <a:rPr lang="nb-NO" dirty="0"/>
              <a:t>Hva er verdikoder</a:t>
            </a:r>
          </a:p>
        </p:txBody>
      </p:sp>
      <p:sp>
        <p:nvSpPr>
          <p:cNvPr id="8" name="Title 4">
            <a:extLst>
              <a:ext uri="{FF2B5EF4-FFF2-40B4-BE49-F238E27FC236}">
                <a16:creationId xmlns:a16="http://schemas.microsoft.com/office/drawing/2014/main" id="{E42BC4E7-C819-5B5B-3B88-DD118129F756}"/>
              </a:ext>
            </a:extLst>
          </p:cNvPr>
          <p:cNvSpPr txBox="1">
            <a:spLocks/>
          </p:cNvSpPr>
          <p:nvPr/>
        </p:nvSpPr>
        <p:spPr>
          <a:xfrm>
            <a:off x="539400" y="1719472"/>
            <a:ext cx="11113200" cy="1123200"/>
          </a:xfrm>
          <a:prstGeom prst="rect">
            <a:avLst/>
          </a:prstGeom>
        </p:spPr>
        <p:txBody>
          <a:bodyPr vert="horz" lIns="0" tIns="0" rIns="0" bIns="45720" rtlCol="0" anchor="t" anchorCtr="0">
            <a:noAutofit/>
          </a:bodyPr>
          <a:lstStyle>
            <a:lvl1pPr algn="l" defTabSz="914400" rtl="0" eaLnBrk="1" latinLnBrk="0" hangingPunct="1">
              <a:lnSpc>
                <a:spcPct val="90000"/>
              </a:lnSpc>
              <a:spcBef>
                <a:spcPct val="0"/>
              </a:spcBef>
              <a:buNone/>
              <a:defRPr sz="3200" b="0" i="0" kern="1200">
                <a:solidFill>
                  <a:schemeClr val="tx1"/>
                </a:solidFill>
                <a:latin typeface="+mn-lt"/>
                <a:ea typeface="+mj-ea"/>
                <a:cs typeface="+mj-cs"/>
              </a:defRPr>
            </a:lvl1pPr>
          </a:lstStyle>
          <a:p>
            <a:r>
              <a:rPr lang="nb-NO" sz="1800" dirty="0"/>
              <a:t>Verdikoder blir etablert som et verktøy for å drive trafikk til Telenorbutikken, og etter hvert vil vi også se på verdikoder for digitalt salg, men Telenorbutikken er </a:t>
            </a:r>
            <a:r>
              <a:rPr lang="nb-NO" sz="1800" dirty="0" err="1"/>
              <a:t>pt</a:t>
            </a:r>
            <a:r>
              <a:rPr lang="nb-NO" sz="1800" dirty="0"/>
              <a:t> </a:t>
            </a:r>
            <a:r>
              <a:rPr lang="nb-NO" sz="1800" dirty="0" err="1"/>
              <a:t>pri</a:t>
            </a:r>
            <a:endParaRPr lang="nb-NO" sz="1800" dirty="0"/>
          </a:p>
          <a:p>
            <a:endParaRPr lang="nb-NO" sz="1800" dirty="0"/>
          </a:p>
          <a:p>
            <a:r>
              <a:rPr lang="nb-NO" sz="1800" dirty="0"/>
              <a:t>Ulike typer koder;</a:t>
            </a:r>
          </a:p>
          <a:p>
            <a:pPr marL="342900" indent="-342900">
              <a:buFont typeface="Arial" panose="020B0604020202020204" pitchFamily="34" charset="0"/>
              <a:buChar char="•"/>
            </a:pPr>
            <a:endParaRPr lang="nb-NO" sz="1800" dirty="0"/>
          </a:p>
          <a:p>
            <a:endParaRPr lang="nb-NO" sz="1800" dirty="0"/>
          </a:p>
          <a:p>
            <a:endParaRPr lang="nb-NO" sz="1800" dirty="0"/>
          </a:p>
          <a:p>
            <a:endParaRPr lang="nb-NO" sz="1800" dirty="0"/>
          </a:p>
          <a:p>
            <a:endParaRPr lang="nb-NO" sz="1800" dirty="0"/>
          </a:p>
          <a:p>
            <a:endParaRPr lang="nb-NO" sz="1800" dirty="0"/>
          </a:p>
          <a:p>
            <a:endParaRPr lang="nb-NO" sz="1800" dirty="0"/>
          </a:p>
          <a:p>
            <a:r>
              <a:rPr lang="nb-NO" sz="1800" dirty="0"/>
              <a:t>Kodene vil ha ulik størrelse og varighet avhengig av hva man forretningsmessig ønsker – dette styrer vi selv.</a:t>
            </a:r>
          </a:p>
          <a:p>
            <a:endParaRPr lang="nb-NO" sz="1800" dirty="0"/>
          </a:p>
          <a:p>
            <a:r>
              <a:rPr lang="nb-NO" sz="1800" b="1" dirty="0"/>
              <a:t>3 scenarioer som det jobbes med nå;</a:t>
            </a:r>
          </a:p>
          <a:p>
            <a:pPr marL="342900" indent="-342900">
              <a:buFont typeface="Arial" panose="020B0604020202020204" pitchFamily="34" charset="0"/>
              <a:buChar char="•"/>
            </a:pPr>
            <a:r>
              <a:rPr lang="nb-NO" sz="1800" dirty="0"/>
              <a:t>Produktspesifikke koder</a:t>
            </a:r>
          </a:p>
          <a:p>
            <a:pPr marL="342900" indent="-342900">
              <a:buFont typeface="Arial" panose="020B0604020202020204" pitchFamily="34" charset="0"/>
              <a:buChar char="•"/>
            </a:pPr>
            <a:r>
              <a:rPr lang="nb-NO" sz="1800" dirty="0"/>
              <a:t>Generiske koder</a:t>
            </a:r>
          </a:p>
          <a:p>
            <a:pPr marL="342900" indent="-342900">
              <a:buFont typeface="Arial" panose="020B0604020202020204" pitchFamily="34" charset="0"/>
              <a:buChar char="•"/>
            </a:pPr>
            <a:r>
              <a:rPr lang="nb-NO" sz="1800" dirty="0"/>
              <a:t>Koder som kan erstatte krediteringer i KS </a:t>
            </a:r>
          </a:p>
          <a:p>
            <a:endParaRPr lang="nb-NO" sz="1800" dirty="0"/>
          </a:p>
        </p:txBody>
      </p:sp>
      <p:pic>
        <p:nvPicPr>
          <p:cNvPr id="2" name="Graphic 1" descr="Ticket outline">
            <a:extLst>
              <a:ext uri="{FF2B5EF4-FFF2-40B4-BE49-F238E27FC236}">
                <a16:creationId xmlns:a16="http://schemas.microsoft.com/office/drawing/2014/main" id="{D62254A5-F07F-E762-CF44-173A3CA97A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4595" y="3155483"/>
            <a:ext cx="934580" cy="787471"/>
          </a:xfrm>
          <a:prstGeom prst="rect">
            <a:avLst/>
          </a:prstGeom>
        </p:spPr>
      </p:pic>
      <p:sp>
        <p:nvSpPr>
          <p:cNvPr id="6" name="Rectangle 5">
            <a:extLst>
              <a:ext uri="{FF2B5EF4-FFF2-40B4-BE49-F238E27FC236}">
                <a16:creationId xmlns:a16="http://schemas.microsoft.com/office/drawing/2014/main" id="{F2C0D76A-7B09-2988-5FD2-23A4FA358405}"/>
              </a:ext>
            </a:extLst>
          </p:cNvPr>
          <p:cNvSpPr/>
          <p:nvPr/>
        </p:nvSpPr>
        <p:spPr>
          <a:xfrm>
            <a:off x="771525" y="2993161"/>
            <a:ext cx="2752725" cy="11232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pic>
        <p:nvPicPr>
          <p:cNvPr id="7" name="Graphic 6" descr="Ticket outline">
            <a:extLst>
              <a:ext uri="{FF2B5EF4-FFF2-40B4-BE49-F238E27FC236}">
                <a16:creationId xmlns:a16="http://schemas.microsoft.com/office/drawing/2014/main" id="{CDBB92FB-F8B9-69C7-A4A2-3077293ED6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45878" y="3155483"/>
            <a:ext cx="934580" cy="787471"/>
          </a:xfrm>
          <a:prstGeom prst="rect">
            <a:avLst/>
          </a:prstGeom>
        </p:spPr>
      </p:pic>
      <p:sp>
        <p:nvSpPr>
          <p:cNvPr id="9" name="Rectangle 8">
            <a:extLst>
              <a:ext uri="{FF2B5EF4-FFF2-40B4-BE49-F238E27FC236}">
                <a16:creationId xmlns:a16="http://schemas.microsoft.com/office/drawing/2014/main" id="{FEA26CAB-0845-30BA-0E38-CEEFB7B95EF8}"/>
              </a:ext>
            </a:extLst>
          </p:cNvPr>
          <p:cNvSpPr/>
          <p:nvPr/>
        </p:nvSpPr>
        <p:spPr>
          <a:xfrm>
            <a:off x="4058619" y="2993161"/>
            <a:ext cx="2752725" cy="11232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pic>
        <p:nvPicPr>
          <p:cNvPr id="10" name="Graphic 9" descr="Ticket outline">
            <a:extLst>
              <a:ext uri="{FF2B5EF4-FFF2-40B4-BE49-F238E27FC236}">
                <a16:creationId xmlns:a16="http://schemas.microsoft.com/office/drawing/2014/main" id="{5231B222-367E-A449-0217-E29C7798AF4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43222" y="3155483"/>
            <a:ext cx="934580" cy="787471"/>
          </a:xfrm>
          <a:prstGeom prst="rect">
            <a:avLst/>
          </a:prstGeom>
        </p:spPr>
      </p:pic>
      <p:sp>
        <p:nvSpPr>
          <p:cNvPr id="11" name="Rectangle 10">
            <a:extLst>
              <a:ext uri="{FF2B5EF4-FFF2-40B4-BE49-F238E27FC236}">
                <a16:creationId xmlns:a16="http://schemas.microsoft.com/office/drawing/2014/main" id="{01A6C865-4D0D-C836-2A96-2630A4245941}"/>
              </a:ext>
            </a:extLst>
          </p:cNvPr>
          <p:cNvSpPr/>
          <p:nvPr/>
        </p:nvSpPr>
        <p:spPr>
          <a:xfrm>
            <a:off x="7345713" y="2993161"/>
            <a:ext cx="2752725" cy="11232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6" name="TextBox 15">
            <a:extLst>
              <a:ext uri="{FF2B5EF4-FFF2-40B4-BE49-F238E27FC236}">
                <a16:creationId xmlns:a16="http://schemas.microsoft.com/office/drawing/2014/main" id="{CB1686CD-921C-A37B-25FC-1082BE1CD5BA}"/>
              </a:ext>
            </a:extLst>
          </p:cNvPr>
          <p:cNvSpPr txBox="1"/>
          <p:nvPr/>
        </p:nvSpPr>
        <p:spPr>
          <a:xfrm>
            <a:off x="2026725" y="3397023"/>
            <a:ext cx="1119752" cy="321627"/>
          </a:xfrm>
          <a:prstGeom prst="rect">
            <a:avLst/>
          </a:prstGeom>
          <a:noFill/>
        </p:spPr>
        <p:txBody>
          <a:bodyPr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2000" b="1" i="0" u="none" strike="noStrike" kern="1200" cap="none" spc="0" normalizeH="0" baseline="0" noProof="0" dirty="0">
                <a:ln>
                  <a:noFill/>
                </a:ln>
                <a:solidFill>
                  <a:schemeClr val="tx1"/>
                </a:solidFill>
                <a:effectLst/>
                <a:uLnTx/>
                <a:uFillTx/>
                <a:ea typeface="+mn-ea"/>
                <a:cs typeface="Arial" panose="020B0604020202020204" pitchFamily="34" charset="0"/>
              </a:rPr>
              <a:t>Global</a:t>
            </a:r>
          </a:p>
        </p:txBody>
      </p:sp>
      <p:sp>
        <p:nvSpPr>
          <p:cNvPr id="17" name="TextBox 16">
            <a:extLst>
              <a:ext uri="{FF2B5EF4-FFF2-40B4-BE49-F238E27FC236}">
                <a16:creationId xmlns:a16="http://schemas.microsoft.com/office/drawing/2014/main" id="{757C39C6-6486-57D9-EB30-6A51EF4B15DB}"/>
              </a:ext>
            </a:extLst>
          </p:cNvPr>
          <p:cNvSpPr txBox="1"/>
          <p:nvPr/>
        </p:nvSpPr>
        <p:spPr>
          <a:xfrm>
            <a:off x="5241254" y="3397023"/>
            <a:ext cx="1119752" cy="321627"/>
          </a:xfrm>
          <a:prstGeom prst="rect">
            <a:avLst/>
          </a:prstGeom>
          <a:noFill/>
        </p:spPr>
        <p:txBody>
          <a:bodyPr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2000" b="1" i="0" u="none" strike="noStrike" kern="1200" cap="none" spc="0" normalizeH="0" baseline="0" noProof="0" dirty="0">
                <a:ln>
                  <a:noFill/>
                </a:ln>
                <a:solidFill>
                  <a:schemeClr val="tx1"/>
                </a:solidFill>
                <a:effectLst/>
                <a:uLnTx/>
                <a:uFillTx/>
                <a:ea typeface="+mn-ea"/>
                <a:cs typeface="Arial" panose="020B0604020202020204" pitchFamily="34" charset="0"/>
              </a:rPr>
              <a:t>Single </a:t>
            </a:r>
            <a:r>
              <a:rPr kumimoji="0" lang="nb-NO" sz="2000" b="1" i="0" u="none" strike="noStrike" kern="1200" cap="none" spc="0" normalizeH="0" baseline="0" noProof="0" dirty="0" err="1">
                <a:ln>
                  <a:noFill/>
                </a:ln>
                <a:solidFill>
                  <a:schemeClr val="tx1"/>
                </a:solidFill>
                <a:effectLst/>
                <a:uLnTx/>
                <a:uFillTx/>
                <a:ea typeface="+mn-ea"/>
                <a:cs typeface="Arial" panose="020B0604020202020204" pitchFamily="34" charset="0"/>
              </a:rPr>
              <a:t>use</a:t>
            </a:r>
            <a:endParaRPr kumimoji="0" lang="nb-NO" sz="2000" b="1" i="0" u="none" strike="noStrike" kern="1200" cap="none" spc="0" normalizeH="0" baseline="0" noProof="0" dirty="0">
              <a:ln>
                <a:noFill/>
              </a:ln>
              <a:solidFill>
                <a:schemeClr val="tx1"/>
              </a:solidFill>
              <a:effectLst/>
              <a:uLnTx/>
              <a:uFillTx/>
              <a:ea typeface="+mn-ea"/>
              <a:cs typeface="Arial" panose="020B0604020202020204" pitchFamily="34" charset="0"/>
            </a:endParaRPr>
          </a:p>
        </p:txBody>
      </p:sp>
      <p:sp>
        <p:nvSpPr>
          <p:cNvPr id="18" name="TextBox 17">
            <a:extLst>
              <a:ext uri="{FF2B5EF4-FFF2-40B4-BE49-F238E27FC236}">
                <a16:creationId xmlns:a16="http://schemas.microsoft.com/office/drawing/2014/main" id="{1DCC8576-1C50-2743-0F88-478A1068BC0F}"/>
              </a:ext>
            </a:extLst>
          </p:cNvPr>
          <p:cNvSpPr txBox="1"/>
          <p:nvPr/>
        </p:nvSpPr>
        <p:spPr>
          <a:xfrm>
            <a:off x="8475311" y="3397023"/>
            <a:ext cx="1119752" cy="321627"/>
          </a:xfrm>
          <a:prstGeom prst="rect">
            <a:avLst/>
          </a:prstGeom>
          <a:noFill/>
        </p:spPr>
        <p:txBody>
          <a:bodyPr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2000" b="1" i="0" u="none" strike="noStrike" kern="1200" cap="none" spc="0" normalizeH="0" baseline="0" noProof="0" dirty="0">
                <a:ln>
                  <a:noFill/>
                </a:ln>
                <a:solidFill>
                  <a:schemeClr val="tx1"/>
                </a:solidFill>
                <a:effectLst/>
                <a:uLnTx/>
                <a:uFillTx/>
                <a:ea typeface="+mn-ea"/>
                <a:cs typeface="Arial" panose="020B0604020202020204" pitchFamily="34" charset="0"/>
              </a:rPr>
              <a:t>Personal</a:t>
            </a:r>
          </a:p>
        </p:txBody>
      </p:sp>
    </p:spTree>
    <p:extLst>
      <p:ext uri="{BB962C8B-B14F-4D97-AF65-F5344CB8AC3E}">
        <p14:creationId xmlns:p14="http://schemas.microsoft.com/office/powerpoint/2010/main" val="1876368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08009-6A93-6D4C-A3CE-F056778DF62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7FD33A-40AB-B6D1-B419-3D90BCCA7460}"/>
              </a:ext>
            </a:extLst>
          </p:cNvPr>
          <p:cNvSpPr>
            <a:spLocks noGrp="1"/>
          </p:cNvSpPr>
          <p:nvPr>
            <p:ph type="sldNum" sz="quarter" idx="10"/>
          </p:nvPr>
        </p:nvSpPr>
        <p:spPr/>
        <p:txBody>
          <a:bodyPr/>
          <a:lstStyle/>
          <a:p>
            <a:fld id="{608810A5-7811-344D-9AE9-EC83104FB54D}" type="slidenum">
              <a:rPr lang="en-GB" smtClean="0"/>
              <a:t>3</a:t>
            </a:fld>
            <a:endParaRPr lang="en-GB"/>
          </a:p>
        </p:txBody>
      </p:sp>
      <p:sp>
        <p:nvSpPr>
          <p:cNvPr id="5" name="Title 4">
            <a:extLst>
              <a:ext uri="{FF2B5EF4-FFF2-40B4-BE49-F238E27FC236}">
                <a16:creationId xmlns:a16="http://schemas.microsoft.com/office/drawing/2014/main" id="{339F5335-11DC-113C-A877-8C87967471F0}"/>
              </a:ext>
            </a:extLst>
          </p:cNvPr>
          <p:cNvSpPr>
            <a:spLocks noGrp="1"/>
          </p:cNvSpPr>
          <p:nvPr>
            <p:ph type="title"/>
          </p:nvPr>
        </p:nvSpPr>
        <p:spPr/>
        <p:txBody>
          <a:bodyPr/>
          <a:lstStyle/>
          <a:p>
            <a:r>
              <a:rPr lang="nb-NO" dirty="0"/>
              <a:t>Pilot og hensikt</a:t>
            </a:r>
          </a:p>
        </p:txBody>
      </p:sp>
      <p:sp>
        <p:nvSpPr>
          <p:cNvPr id="8" name="Title 4">
            <a:extLst>
              <a:ext uri="{FF2B5EF4-FFF2-40B4-BE49-F238E27FC236}">
                <a16:creationId xmlns:a16="http://schemas.microsoft.com/office/drawing/2014/main" id="{1AB267ED-83F2-5ABA-8A9C-E70A1CEF9A4A}"/>
              </a:ext>
            </a:extLst>
          </p:cNvPr>
          <p:cNvSpPr txBox="1">
            <a:spLocks/>
          </p:cNvSpPr>
          <p:nvPr/>
        </p:nvSpPr>
        <p:spPr>
          <a:xfrm>
            <a:off x="539400" y="1719472"/>
            <a:ext cx="11113200" cy="1123200"/>
          </a:xfrm>
          <a:prstGeom prst="rect">
            <a:avLst/>
          </a:prstGeom>
        </p:spPr>
        <p:txBody>
          <a:bodyPr vert="horz" lIns="0" tIns="0" rIns="0" bIns="45720" rtlCol="0" anchor="t" anchorCtr="0">
            <a:noAutofit/>
          </a:bodyPr>
          <a:lstStyle>
            <a:lvl1pPr algn="l" defTabSz="914400" rtl="0" eaLnBrk="1" latinLnBrk="0" hangingPunct="1">
              <a:lnSpc>
                <a:spcPct val="90000"/>
              </a:lnSpc>
              <a:spcBef>
                <a:spcPct val="0"/>
              </a:spcBef>
              <a:buNone/>
              <a:defRPr sz="3200" b="0" i="0" kern="1200">
                <a:solidFill>
                  <a:schemeClr val="tx1"/>
                </a:solidFill>
                <a:latin typeface="+mn-lt"/>
                <a:ea typeface="+mj-ea"/>
                <a:cs typeface="+mj-cs"/>
              </a:defRPr>
            </a:lvl1pPr>
          </a:lstStyle>
          <a:p>
            <a:r>
              <a:rPr lang="nb-NO" sz="2000" dirty="0"/>
              <a:t>I piloten ønsker vi å avdekke;</a:t>
            </a:r>
          </a:p>
          <a:p>
            <a:endParaRPr lang="nb-NO" sz="2000" dirty="0"/>
          </a:p>
          <a:p>
            <a:pPr marL="342900" indent="-342900">
              <a:buFont typeface="Arial" panose="020B0604020202020204" pitchFamily="34" charset="0"/>
              <a:buChar char="•"/>
            </a:pPr>
            <a:r>
              <a:rPr lang="nb-NO" sz="2000" dirty="0"/>
              <a:t>Er dette et godt verktøy for å drive trafikk?</a:t>
            </a:r>
          </a:p>
          <a:p>
            <a:pPr marL="342900" indent="-342900">
              <a:buFont typeface="Arial" panose="020B0604020202020204" pitchFamily="34" charset="0"/>
              <a:buChar char="•"/>
            </a:pPr>
            <a:r>
              <a:rPr lang="nb-NO" sz="2000" dirty="0"/>
              <a:t>Hva er </a:t>
            </a:r>
            <a:r>
              <a:rPr lang="nb-NO" sz="2000" dirty="0" err="1"/>
              <a:t>salgspotensiale</a:t>
            </a:r>
            <a:r>
              <a:rPr lang="nb-NO" sz="2000" dirty="0"/>
              <a:t> for å drive mersalg både for Telenorbutikken og Telenor</a:t>
            </a:r>
          </a:p>
          <a:p>
            <a:pPr marL="342900" indent="-342900">
              <a:buFont typeface="Arial" panose="020B0604020202020204" pitchFamily="34" charset="0"/>
              <a:buChar char="•"/>
            </a:pPr>
            <a:endParaRPr lang="nb-NO" sz="2000" dirty="0"/>
          </a:p>
        </p:txBody>
      </p:sp>
      <p:sp>
        <p:nvSpPr>
          <p:cNvPr id="2" name="Rectangle 1">
            <a:extLst>
              <a:ext uri="{FF2B5EF4-FFF2-40B4-BE49-F238E27FC236}">
                <a16:creationId xmlns:a16="http://schemas.microsoft.com/office/drawing/2014/main" id="{97EA0543-5408-E706-20B5-5EED8FDEA2CF}"/>
              </a:ext>
            </a:extLst>
          </p:cNvPr>
          <p:cNvSpPr/>
          <p:nvPr/>
        </p:nvSpPr>
        <p:spPr>
          <a:xfrm>
            <a:off x="606777" y="3449388"/>
            <a:ext cx="2507001" cy="867644"/>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3" name="TextBox 2">
            <a:extLst>
              <a:ext uri="{FF2B5EF4-FFF2-40B4-BE49-F238E27FC236}">
                <a16:creationId xmlns:a16="http://schemas.microsoft.com/office/drawing/2014/main" id="{4B56118C-5DD8-C614-0C5F-7601C4D65E4E}"/>
              </a:ext>
            </a:extLst>
          </p:cNvPr>
          <p:cNvSpPr txBox="1"/>
          <p:nvPr/>
        </p:nvSpPr>
        <p:spPr>
          <a:xfrm>
            <a:off x="641375" y="3520821"/>
            <a:ext cx="2384036" cy="657231"/>
          </a:xfrm>
          <a:prstGeom prst="rect">
            <a:avLst/>
          </a:prstGeom>
          <a:noFill/>
        </p:spPr>
        <p:txBody>
          <a:bodyPr wrap="square" lIns="0" tIns="0" rIns="0" bIns="0" rtlCol="0">
            <a:spAutoFit/>
          </a:bodyPr>
          <a:lstStyle/>
          <a:p>
            <a:pPr marL="0" marR="0" indent="0" algn="ctr" defTabSz="914400" rtl="0" eaLnBrk="1" fontAlgn="auto" latinLnBrk="0" hangingPunct="1">
              <a:lnSpc>
                <a:spcPct val="110000"/>
              </a:lnSpc>
              <a:spcBef>
                <a:spcPts val="0"/>
              </a:spcBef>
              <a:spcAft>
                <a:spcPts val="0"/>
              </a:spcAft>
              <a:buClrTx/>
              <a:buSzTx/>
              <a:buFontTx/>
              <a:buNone/>
              <a:tabLst/>
            </a:pPr>
            <a:r>
              <a:rPr kumimoji="0" lang="nb-NO" sz="2000" b="1" i="0" u="none" strike="noStrike" kern="1200" cap="none" spc="0" normalizeH="0" baseline="0" noProof="0" dirty="0">
                <a:ln>
                  <a:noFill/>
                </a:ln>
                <a:effectLst/>
                <a:uLnTx/>
                <a:uFillTx/>
                <a:ea typeface="+mn-ea"/>
                <a:cs typeface="Arial" panose="020B0604020202020204" pitchFamily="34" charset="0"/>
              </a:rPr>
              <a:t>Genererte </a:t>
            </a:r>
          </a:p>
          <a:p>
            <a:pPr marL="0" marR="0" indent="0" algn="ctr" defTabSz="914400" rtl="0" eaLnBrk="1" fontAlgn="auto" latinLnBrk="0" hangingPunct="1">
              <a:lnSpc>
                <a:spcPct val="110000"/>
              </a:lnSpc>
              <a:spcBef>
                <a:spcPts val="0"/>
              </a:spcBef>
              <a:spcAft>
                <a:spcPts val="0"/>
              </a:spcAft>
              <a:buClrTx/>
              <a:buSzTx/>
              <a:buFontTx/>
              <a:buNone/>
              <a:tabLst/>
            </a:pPr>
            <a:r>
              <a:rPr kumimoji="0" lang="nb-NO" sz="2000" b="1" i="0" u="none" strike="noStrike" kern="1200" cap="none" spc="0" normalizeH="0" baseline="0" noProof="0" dirty="0">
                <a:ln>
                  <a:noFill/>
                </a:ln>
                <a:effectLst/>
                <a:uLnTx/>
                <a:uFillTx/>
                <a:ea typeface="+mn-ea"/>
                <a:cs typeface="Arial" panose="020B0604020202020204" pitchFamily="34" charset="0"/>
              </a:rPr>
              <a:t>verdkoder</a:t>
            </a:r>
            <a:endParaRPr kumimoji="0" lang="nb-NO" sz="1600" b="0" i="0" u="none" strike="noStrike" kern="1200" cap="none" spc="0" normalizeH="0" baseline="0" noProof="0" dirty="0">
              <a:ln>
                <a:noFill/>
              </a:ln>
              <a:effectLst/>
              <a:uLnTx/>
              <a:uFillTx/>
              <a:ea typeface="+mn-ea"/>
              <a:cs typeface="Arial" panose="020B0604020202020204" pitchFamily="34" charset="0"/>
            </a:endParaRPr>
          </a:p>
        </p:txBody>
      </p:sp>
      <p:sp>
        <p:nvSpPr>
          <p:cNvPr id="6" name="Rectangle 5">
            <a:extLst>
              <a:ext uri="{FF2B5EF4-FFF2-40B4-BE49-F238E27FC236}">
                <a16:creationId xmlns:a16="http://schemas.microsoft.com/office/drawing/2014/main" id="{26AA7E41-BAB2-EA3A-8DED-78A003AFEA68}"/>
              </a:ext>
            </a:extLst>
          </p:cNvPr>
          <p:cNvSpPr/>
          <p:nvPr/>
        </p:nvSpPr>
        <p:spPr>
          <a:xfrm>
            <a:off x="3261746" y="3438161"/>
            <a:ext cx="2507001" cy="867644"/>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7" name="TextBox 6">
            <a:extLst>
              <a:ext uri="{FF2B5EF4-FFF2-40B4-BE49-F238E27FC236}">
                <a16:creationId xmlns:a16="http://schemas.microsoft.com/office/drawing/2014/main" id="{FE63DB6E-4BF9-FF99-02C4-5999B0273562}"/>
              </a:ext>
            </a:extLst>
          </p:cNvPr>
          <p:cNvSpPr txBox="1"/>
          <p:nvPr/>
        </p:nvSpPr>
        <p:spPr>
          <a:xfrm>
            <a:off x="3296344" y="3520821"/>
            <a:ext cx="2384036" cy="657231"/>
          </a:xfrm>
          <a:prstGeom prst="rect">
            <a:avLst/>
          </a:prstGeom>
          <a:noFill/>
        </p:spPr>
        <p:txBody>
          <a:bodyPr wrap="square" lIns="0" tIns="0" rIns="0" bIns="0" rtlCol="0">
            <a:spAutoFit/>
          </a:bodyPr>
          <a:lstStyle/>
          <a:p>
            <a:pPr marL="0" marR="0" indent="0" algn="ctr" defTabSz="914400" rtl="0" eaLnBrk="1" fontAlgn="auto" latinLnBrk="0" hangingPunct="1">
              <a:lnSpc>
                <a:spcPct val="110000"/>
              </a:lnSpc>
              <a:spcBef>
                <a:spcPts val="0"/>
              </a:spcBef>
              <a:spcAft>
                <a:spcPts val="0"/>
              </a:spcAft>
              <a:buClrTx/>
              <a:buSzTx/>
              <a:buFontTx/>
              <a:buNone/>
              <a:tabLst/>
            </a:pPr>
            <a:r>
              <a:rPr kumimoji="0" lang="nb-NO" sz="2000" b="1" i="0" u="none" strike="noStrike" kern="1200" cap="none" spc="0" normalizeH="0" baseline="0" noProof="0" dirty="0">
                <a:ln>
                  <a:noFill/>
                </a:ln>
                <a:effectLst/>
                <a:uLnTx/>
                <a:uFillTx/>
                <a:ea typeface="+mn-ea"/>
                <a:cs typeface="Arial" panose="020B0604020202020204" pitchFamily="34" charset="0"/>
              </a:rPr>
              <a:t>Besøk Telenorbutikken</a:t>
            </a:r>
            <a:endParaRPr kumimoji="0" lang="nb-NO" sz="1600" b="0" i="0" u="none" strike="noStrike" kern="1200" cap="none" spc="0" normalizeH="0" baseline="0" noProof="0" dirty="0">
              <a:ln>
                <a:noFill/>
              </a:ln>
              <a:effectLst/>
              <a:uLnTx/>
              <a:uFillTx/>
              <a:ea typeface="+mn-ea"/>
              <a:cs typeface="Arial" panose="020B0604020202020204" pitchFamily="34" charset="0"/>
            </a:endParaRPr>
          </a:p>
        </p:txBody>
      </p:sp>
      <p:sp>
        <p:nvSpPr>
          <p:cNvPr id="9" name="Rectangle 8">
            <a:extLst>
              <a:ext uri="{FF2B5EF4-FFF2-40B4-BE49-F238E27FC236}">
                <a16:creationId xmlns:a16="http://schemas.microsoft.com/office/drawing/2014/main" id="{5BAAA65A-B3F2-0656-092E-85A053E1F506}"/>
              </a:ext>
            </a:extLst>
          </p:cNvPr>
          <p:cNvSpPr/>
          <p:nvPr/>
        </p:nvSpPr>
        <p:spPr>
          <a:xfrm>
            <a:off x="5907090" y="3460615"/>
            <a:ext cx="2507001" cy="867644"/>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0" name="TextBox 9">
            <a:extLst>
              <a:ext uri="{FF2B5EF4-FFF2-40B4-BE49-F238E27FC236}">
                <a16:creationId xmlns:a16="http://schemas.microsoft.com/office/drawing/2014/main" id="{CD30D62F-B331-8753-C02A-A2BA1905CE97}"/>
              </a:ext>
            </a:extLst>
          </p:cNvPr>
          <p:cNvSpPr txBox="1"/>
          <p:nvPr/>
        </p:nvSpPr>
        <p:spPr>
          <a:xfrm>
            <a:off x="5941688" y="3520821"/>
            <a:ext cx="2384036" cy="657231"/>
          </a:xfrm>
          <a:prstGeom prst="rect">
            <a:avLst/>
          </a:prstGeom>
          <a:noFill/>
        </p:spPr>
        <p:txBody>
          <a:bodyPr wrap="square" lIns="0" tIns="0" rIns="0" bIns="0" rtlCol="0">
            <a:spAutoFit/>
          </a:bodyPr>
          <a:lstStyle/>
          <a:p>
            <a:pPr marL="0" marR="0" indent="0" algn="ctr" defTabSz="914400" rtl="0" eaLnBrk="1" fontAlgn="auto" latinLnBrk="0" hangingPunct="1">
              <a:lnSpc>
                <a:spcPct val="110000"/>
              </a:lnSpc>
              <a:spcBef>
                <a:spcPts val="0"/>
              </a:spcBef>
              <a:spcAft>
                <a:spcPts val="0"/>
              </a:spcAft>
              <a:buClrTx/>
              <a:buSzTx/>
              <a:buFontTx/>
              <a:buNone/>
              <a:tabLst/>
            </a:pPr>
            <a:r>
              <a:rPr kumimoji="0" lang="nb-NO" sz="2000" b="1" i="0" u="none" strike="noStrike" kern="1200" cap="none" spc="0" normalizeH="0" baseline="0" noProof="0" dirty="0">
                <a:ln>
                  <a:noFill/>
                </a:ln>
                <a:effectLst/>
                <a:uLnTx/>
                <a:uFillTx/>
                <a:ea typeface="+mn-ea"/>
                <a:cs typeface="Arial" panose="020B0604020202020204" pitchFamily="34" charset="0"/>
              </a:rPr>
              <a:t>Hva brukes verdikoden til</a:t>
            </a:r>
            <a:endParaRPr kumimoji="0" lang="nb-NO" sz="1600" b="0" i="0" u="none" strike="noStrike" kern="1200" cap="none" spc="0" normalizeH="0" baseline="0" noProof="0" dirty="0">
              <a:ln>
                <a:noFill/>
              </a:ln>
              <a:effectLst/>
              <a:uLnTx/>
              <a:uFillTx/>
              <a:ea typeface="+mn-ea"/>
              <a:cs typeface="Arial" panose="020B0604020202020204" pitchFamily="34" charset="0"/>
            </a:endParaRPr>
          </a:p>
        </p:txBody>
      </p:sp>
      <p:sp>
        <p:nvSpPr>
          <p:cNvPr id="11" name="Rectangle 10">
            <a:extLst>
              <a:ext uri="{FF2B5EF4-FFF2-40B4-BE49-F238E27FC236}">
                <a16:creationId xmlns:a16="http://schemas.microsoft.com/office/drawing/2014/main" id="{1CB37BF5-EC35-4136-7252-51FD970B0CD5}"/>
              </a:ext>
            </a:extLst>
          </p:cNvPr>
          <p:cNvSpPr/>
          <p:nvPr/>
        </p:nvSpPr>
        <p:spPr>
          <a:xfrm>
            <a:off x="8629436" y="3439763"/>
            <a:ext cx="2507001" cy="867644"/>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2" name="TextBox 11">
            <a:extLst>
              <a:ext uri="{FF2B5EF4-FFF2-40B4-BE49-F238E27FC236}">
                <a16:creationId xmlns:a16="http://schemas.microsoft.com/office/drawing/2014/main" id="{153FA83B-2EBF-93DD-15B7-61EDC647200A}"/>
              </a:ext>
            </a:extLst>
          </p:cNvPr>
          <p:cNvSpPr txBox="1"/>
          <p:nvPr/>
        </p:nvSpPr>
        <p:spPr>
          <a:xfrm>
            <a:off x="8664034" y="3511196"/>
            <a:ext cx="2384036" cy="657231"/>
          </a:xfrm>
          <a:prstGeom prst="rect">
            <a:avLst/>
          </a:prstGeom>
          <a:noFill/>
        </p:spPr>
        <p:txBody>
          <a:bodyPr wrap="square" lIns="0" tIns="0" rIns="0" bIns="0" rtlCol="0">
            <a:spAutoFit/>
          </a:bodyPr>
          <a:lstStyle/>
          <a:p>
            <a:pPr marL="0" marR="0" indent="0" algn="ctr" defTabSz="914400" rtl="0" eaLnBrk="1" fontAlgn="auto" latinLnBrk="0" hangingPunct="1">
              <a:lnSpc>
                <a:spcPct val="110000"/>
              </a:lnSpc>
              <a:spcBef>
                <a:spcPts val="0"/>
              </a:spcBef>
              <a:spcAft>
                <a:spcPts val="0"/>
              </a:spcAft>
              <a:buClrTx/>
              <a:buSzTx/>
              <a:buFontTx/>
              <a:buNone/>
              <a:tabLst/>
            </a:pPr>
            <a:r>
              <a:rPr lang="nb-NO" sz="2000" b="1" dirty="0">
                <a:cs typeface="Arial" panose="020B0604020202020204" pitchFamily="34" charset="0"/>
              </a:rPr>
              <a:t>Potensiale for </a:t>
            </a:r>
          </a:p>
          <a:p>
            <a:pPr marL="0" marR="0" indent="0" algn="ctr" defTabSz="914400" rtl="0" eaLnBrk="1" fontAlgn="auto" latinLnBrk="0" hangingPunct="1">
              <a:lnSpc>
                <a:spcPct val="110000"/>
              </a:lnSpc>
              <a:spcBef>
                <a:spcPts val="0"/>
              </a:spcBef>
              <a:spcAft>
                <a:spcPts val="0"/>
              </a:spcAft>
              <a:buClrTx/>
              <a:buSzTx/>
              <a:buFontTx/>
              <a:buNone/>
              <a:tabLst/>
            </a:pPr>
            <a:r>
              <a:rPr lang="nb-NO" sz="2000" b="1" dirty="0">
                <a:cs typeface="Arial" panose="020B0604020202020204" pitchFamily="34" charset="0"/>
              </a:rPr>
              <a:t>mersalg</a:t>
            </a:r>
            <a:endParaRPr kumimoji="0" lang="nb-NO" sz="1600" b="0" i="0" u="none" strike="noStrike" kern="1200" cap="none" spc="0" normalizeH="0" baseline="0" noProof="0" dirty="0">
              <a:ln>
                <a:noFill/>
              </a:ln>
              <a:effectLst/>
              <a:uLnTx/>
              <a:uFillTx/>
              <a:ea typeface="+mn-ea"/>
              <a:cs typeface="Arial" panose="020B0604020202020204" pitchFamily="34" charset="0"/>
            </a:endParaRPr>
          </a:p>
        </p:txBody>
      </p:sp>
      <p:sp>
        <p:nvSpPr>
          <p:cNvPr id="13" name="Title 4">
            <a:extLst>
              <a:ext uri="{FF2B5EF4-FFF2-40B4-BE49-F238E27FC236}">
                <a16:creationId xmlns:a16="http://schemas.microsoft.com/office/drawing/2014/main" id="{AD824DCF-E254-23D9-07BF-92DEC08CBA7B}"/>
              </a:ext>
            </a:extLst>
          </p:cNvPr>
          <p:cNvSpPr txBox="1">
            <a:spLocks/>
          </p:cNvSpPr>
          <p:nvPr/>
        </p:nvSpPr>
        <p:spPr>
          <a:xfrm>
            <a:off x="539400" y="5328383"/>
            <a:ext cx="11113200" cy="867644"/>
          </a:xfrm>
          <a:prstGeom prst="rect">
            <a:avLst/>
          </a:prstGeom>
        </p:spPr>
        <p:txBody>
          <a:bodyPr vert="horz" lIns="0" tIns="0" rIns="0" bIns="45720" rtlCol="0" anchor="t" anchorCtr="0">
            <a:noAutofit/>
          </a:bodyPr>
          <a:lstStyle>
            <a:lvl1pPr algn="l" defTabSz="914400" rtl="0" eaLnBrk="1" latinLnBrk="0" hangingPunct="1">
              <a:lnSpc>
                <a:spcPct val="90000"/>
              </a:lnSpc>
              <a:spcBef>
                <a:spcPct val="0"/>
              </a:spcBef>
              <a:buNone/>
              <a:defRPr sz="3200" b="0" i="0" kern="1200">
                <a:solidFill>
                  <a:schemeClr val="tx1"/>
                </a:solidFill>
                <a:latin typeface="+mn-lt"/>
                <a:ea typeface="+mj-ea"/>
                <a:cs typeface="+mj-cs"/>
              </a:defRPr>
            </a:lvl1pPr>
          </a:lstStyle>
          <a:p>
            <a:r>
              <a:rPr lang="nb-NO" sz="2000" i="1" dirty="0"/>
              <a:t>Telenorbutikken City Lade, Telenorbutikken City Syd, Telenorbutikken Solsiden, Telenorbutikken Trondheim, Telenorbutikken Orkanger, Telenorbutikken Stjørdal, Telenorbutikken Levanger</a:t>
            </a:r>
          </a:p>
        </p:txBody>
      </p:sp>
    </p:spTree>
    <p:extLst>
      <p:ext uri="{BB962C8B-B14F-4D97-AF65-F5344CB8AC3E}">
        <p14:creationId xmlns:p14="http://schemas.microsoft.com/office/powerpoint/2010/main" val="3280603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A9B20-65CB-9FD8-94D6-F449E955B53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DEDF9A9-B7C8-BC35-49A0-FB965BACEC96}"/>
              </a:ext>
            </a:extLst>
          </p:cNvPr>
          <p:cNvSpPr>
            <a:spLocks noGrp="1"/>
          </p:cNvSpPr>
          <p:nvPr>
            <p:ph type="sldNum" sz="quarter" idx="10"/>
          </p:nvPr>
        </p:nvSpPr>
        <p:spPr/>
        <p:txBody>
          <a:bodyPr/>
          <a:lstStyle/>
          <a:p>
            <a:fld id="{608810A5-7811-344D-9AE9-EC83104FB54D}" type="slidenum">
              <a:rPr lang="en-GB" smtClean="0"/>
              <a:t>4</a:t>
            </a:fld>
            <a:endParaRPr lang="en-GB"/>
          </a:p>
        </p:txBody>
      </p:sp>
      <p:sp>
        <p:nvSpPr>
          <p:cNvPr id="5" name="Title 4">
            <a:extLst>
              <a:ext uri="{FF2B5EF4-FFF2-40B4-BE49-F238E27FC236}">
                <a16:creationId xmlns:a16="http://schemas.microsoft.com/office/drawing/2014/main" id="{02F3B12E-30D7-8E47-5CCE-48CDCEC000F9}"/>
              </a:ext>
            </a:extLst>
          </p:cNvPr>
          <p:cNvSpPr>
            <a:spLocks noGrp="1"/>
          </p:cNvSpPr>
          <p:nvPr>
            <p:ph type="title"/>
          </p:nvPr>
        </p:nvSpPr>
        <p:spPr/>
        <p:txBody>
          <a:bodyPr/>
          <a:lstStyle/>
          <a:p>
            <a:r>
              <a:rPr lang="nb-NO" dirty="0"/>
              <a:t>Vi tester ut 4 verdikoder på 10 000 kunder</a:t>
            </a:r>
          </a:p>
        </p:txBody>
      </p:sp>
      <p:pic>
        <p:nvPicPr>
          <p:cNvPr id="3" name="Graphic 2" descr="Ticket outline">
            <a:extLst>
              <a:ext uri="{FF2B5EF4-FFF2-40B4-BE49-F238E27FC236}">
                <a16:creationId xmlns:a16="http://schemas.microsoft.com/office/drawing/2014/main" id="{232968C6-A058-D1D1-B8BB-1CE6F21AC4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5824" y="1552575"/>
            <a:ext cx="1876425" cy="1876425"/>
          </a:xfrm>
          <a:prstGeom prst="rect">
            <a:avLst/>
          </a:prstGeom>
        </p:spPr>
      </p:pic>
      <p:pic>
        <p:nvPicPr>
          <p:cNvPr id="6" name="Graphic 5" descr="Ticket outline">
            <a:extLst>
              <a:ext uri="{FF2B5EF4-FFF2-40B4-BE49-F238E27FC236}">
                <a16:creationId xmlns:a16="http://schemas.microsoft.com/office/drawing/2014/main" id="{5F5EA38B-2923-2F88-2156-95AB2FE986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81424" y="1552575"/>
            <a:ext cx="1876425" cy="1876425"/>
          </a:xfrm>
          <a:prstGeom prst="rect">
            <a:avLst/>
          </a:prstGeom>
        </p:spPr>
      </p:pic>
      <p:pic>
        <p:nvPicPr>
          <p:cNvPr id="7" name="Graphic 6" descr="Ticket outline">
            <a:extLst>
              <a:ext uri="{FF2B5EF4-FFF2-40B4-BE49-F238E27FC236}">
                <a16:creationId xmlns:a16="http://schemas.microsoft.com/office/drawing/2014/main" id="{0B208C36-9BFB-9A00-2763-DFFF0A8E79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86549" y="1552575"/>
            <a:ext cx="1876425" cy="1876425"/>
          </a:xfrm>
          <a:prstGeom prst="rect">
            <a:avLst/>
          </a:prstGeom>
        </p:spPr>
      </p:pic>
      <p:pic>
        <p:nvPicPr>
          <p:cNvPr id="9" name="Graphic 8" descr="Ticket outline">
            <a:extLst>
              <a:ext uri="{FF2B5EF4-FFF2-40B4-BE49-F238E27FC236}">
                <a16:creationId xmlns:a16="http://schemas.microsoft.com/office/drawing/2014/main" id="{5F7DD484-CE77-13AA-3709-8945388915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96424" y="1552575"/>
            <a:ext cx="1876425" cy="1876425"/>
          </a:xfrm>
          <a:prstGeom prst="rect">
            <a:avLst/>
          </a:prstGeom>
        </p:spPr>
      </p:pic>
      <p:sp>
        <p:nvSpPr>
          <p:cNvPr id="10" name="TextBox 9">
            <a:extLst>
              <a:ext uri="{FF2B5EF4-FFF2-40B4-BE49-F238E27FC236}">
                <a16:creationId xmlns:a16="http://schemas.microsoft.com/office/drawing/2014/main" id="{5EAB0F4D-6428-42D4-E104-A2A8A2F83D64}"/>
              </a:ext>
            </a:extLst>
          </p:cNvPr>
          <p:cNvSpPr txBox="1"/>
          <p:nvPr/>
        </p:nvSpPr>
        <p:spPr>
          <a:xfrm>
            <a:off x="704850" y="3314700"/>
            <a:ext cx="2266949" cy="1126270"/>
          </a:xfrm>
          <a:prstGeom prst="rect">
            <a:avLst/>
          </a:prstGeom>
          <a:noFill/>
        </p:spPr>
        <p:txBody>
          <a:bodyPr wrap="square" lIns="0" tIns="0" rIns="0" bIns="0" rtlCol="0">
            <a:spAutoFit/>
          </a:bodyPr>
          <a:lstStyle/>
          <a:p>
            <a:pPr marL="0" marR="0" indent="0" algn="ctr" defTabSz="914400" rtl="0" eaLnBrk="1" fontAlgn="auto" latinLnBrk="0" hangingPunct="1">
              <a:lnSpc>
                <a:spcPct val="110000"/>
              </a:lnSpc>
              <a:spcBef>
                <a:spcPts val="0"/>
              </a:spcBef>
              <a:spcAft>
                <a:spcPts val="0"/>
              </a:spcAft>
              <a:buClrTx/>
              <a:buSzTx/>
              <a:buFontTx/>
              <a:buNone/>
              <a:tabLst/>
            </a:pPr>
            <a:r>
              <a:rPr lang="nb-NO" sz="2000" b="1" dirty="0">
                <a:cs typeface="Arial" panose="020B0604020202020204" pitchFamily="34" charset="0"/>
              </a:rPr>
              <a:t>5</a:t>
            </a:r>
            <a:r>
              <a:rPr kumimoji="0" lang="nb-NO" sz="2000" b="1" i="0" u="none" strike="noStrike" kern="1200" cap="none" spc="0" normalizeH="0" baseline="0" noProof="0" dirty="0">
                <a:ln>
                  <a:noFill/>
                </a:ln>
                <a:effectLst/>
                <a:uLnTx/>
                <a:uFillTx/>
                <a:ea typeface="+mn-ea"/>
                <a:cs typeface="Arial" panose="020B0604020202020204" pitchFamily="34" charset="0"/>
              </a:rPr>
              <a:t>00 kr</a:t>
            </a:r>
          </a:p>
          <a:p>
            <a:pPr marL="0" marR="0" indent="0" algn="ctr" defTabSz="914400" rtl="0" eaLnBrk="1" fontAlgn="auto" latinLnBrk="0" hangingPunct="1">
              <a:lnSpc>
                <a:spcPct val="110000"/>
              </a:lnSpc>
              <a:spcBef>
                <a:spcPts val="0"/>
              </a:spcBef>
              <a:spcAft>
                <a:spcPts val="0"/>
              </a:spcAft>
              <a:buClrTx/>
              <a:buSzTx/>
              <a:buFontTx/>
              <a:buNone/>
              <a:tabLst/>
            </a:pPr>
            <a:endParaRPr lang="nb-NO" sz="1600" dirty="0">
              <a:cs typeface="Arial" panose="020B0604020202020204" pitchFamily="34" charset="0"/>
            </a:endParaRPr>
          </a:p>
          <a:p>
            <a:pPr marL="0" marR="0" indent="0" algn="ctr" defTabSz="914400" rtl="0" eaLnBrk="1" fontAlgn="auto" latinLnBrk="0" hangingPunct="1">
              <a:lnSpc>
                <a:spcPct val="110000"/>
              </a:lnSpc>
              <a:spcBef>
                <a:spcPts val="0"/>
              </a:spcBef>
              <a:spcAft>
                <a:spcPts val="0"/>
              </a:spcAft>
              <a:buClrTx/>
              <a:buSzTx/>
              <a:buFontTx/>
              <a:buNone/>
              <a:tabLst/>
            </a:pPr>
            <a:r>
              <a:rPr lang="nb-NO" sz="1600" dirty="0">
                <a:cs typeface="Arial" panose="020B0604020202020204" pitchFamily="34" charset="0"/>
              </a:rPr>
              <a:t>Som kunden kan bruke på selvvalgt telefon</a:t>
            </a:r>
            <a:endParaRPr kumimoji="0" lang="nb-NO" sz="1600" b="0" i="0" u="none" strike="noStrike" kern="1200" cap="none" spc="0" normalizeH="0" baseline="0" noProof="0" dirty="0" err="1">
              <a:ln>
                <a:noFill/>
              </a:ln>
              <a:effectLst/>
              <a:uLnTx/>
              <a:uFillTx/>
              <a:ea typeface="+mn-ea"/>
              <a:cs typeface="Arial" panose="020B0604020202020204" pitchFamily="34" charset="0"/>
            </a:endParaRPr>
          </a:p>
        </p:txBody>
      </p:sp>
      <p:sp>
        <p:nvSpPr>
          <p:cNvPr id="11" name="TextBox 10">
            <a:extLst>
              <a:ext uri="{FF2B5EF4-FFF2-40B4-BE49-F238E27FC236}">
                <a16:creationId xmlns:a16="http://schemas.microsoft.com/office/drawing/2014/main" id="{C5250593-B128-8F16-F312-46198025E9E9}"/>
              </a:ext>
            </a:extLst>
          </p:cNvPr>
          <p:cNvSpPr txBox="1"/>
          <p:nvPr/>
        </p:nvSpPr>
        <p:spPr>
          <a:xfrm>
            <a:off x="3638550" y="3305175"/>
            <a:ext cx="2266949" cy="1126270"/>
          </a:xfrm>
          <a:prstGeom prst="rect">
            <a:avLst/>
          </a:prstGeom>
          <a:noFill/>
        </p:spPr>
        <p:txBody>
          <a:bodyPr wrap="square" lIns="0" tIns="0" rIns="0" bIns="0" rtlCol="0">
            <a:spAutoFit/>
          </a:bodyPr>
          <a:lstStyle/>
          <a:p>
            <a:pPr marL="0" marR="0" indent="0" algn="ctr" defTabSz="914400" rtl="0" eaLnBrk="1" fontAlgn="auto" latinLnBrk="0" hangingPunct="1">
              <a:lnSpc>
                <a:spcPct val="110000"/>
              </a:lnSpc>
              <a:spcBef>
                <a:spcPts val="0"/>
              </a:spcBef>
              <a:spcAft>
                <a:spcPts val="0"/>
              </a:spcAft>
              <a:buClrTx/>
              <a:buSzTx/>
              <a:buFontTx/>
              <a:buNone/>
              <a:tabLst/>
            </a:pPr>
            <a:r>
              <a:rPr kumimoji="0" lang="nb-NO" sz="2000" b="1" i="0" u="none" strike="noStrike" kern="1200" cap="none" spc="0" normalizeH="0" baseline="0" noProof="0" dirty="0">
                <a:ln>
                  <a:noFill/>
                </a:ln>
                <a:effectLst/>
                <a:uLnTx/>
                <a:uFillTx/>
                <a:ea typeface="+mn-ea"/>
                <a:cs typeface="Arial" panose="020B0604020202020204" pitchFamily="34" charset="0"/>
              </a:rPr>
              <a:t>800 kr</a:t>
            </a:r>
          </a:p>
          <a:p>
            <a:pPr marL="0" marR="0" indent="0" algn="ctr" defTabSz="914400" rtl="0" eaLnBrk="1" fontAlgn="auto" latinLnBrk="0" hangingPunct="1">
              <a:lnSpc>
                <a:spcPct val="110000"/>
              </a:lnSpc>
              <a:spcBef>
                <a:spcPts val="0"/>
              </a:spcBef>
              <a:spcAft>
                <a:spcPts val="0"/>
              </a:spcAft>
              <a:buClrTx/>
              <a:buSzTx/>
              <a:buFontTx/>
              <a:buNone/>
              <a:tabLst/>
            </a:pPr>
            <a:endParaRPr lang="nb-NO" sz="1600" dirty="0">
              <a:cs typeface="Arial" panose="020B0604020202020204" pitchFamily="34" charset="0"/>
            </a:endParaRPr>
          </a:p>
          <a:p>
            <a:pPr marL="0" marR="0" indent="0" algn="ctr" defTabSz="914400" rtl="0" eaLnBrk="1" fontAlgn="auto" latinLnBrk="0" hangingPunct="1">
              <a:lnSpc>
                <a:spcPct val="110000"/>
              </a:lnSpc>
              <a:spcBef>
                <a:spcPts val="0"/>
              </a:spcBef>
              <a:spcAft>
                <a:spcPts val="0"/>
              </a:spcAft>
              <a:buClrTx/>
              <a:buSzTx/>
              <a:buFontTx/>
              <a:buNone/>
              <a:tabLst/>
            </a:pPr>
            <a:r>
              <a:rPr lang="nb-NO" sz="1600" dirty="0">
                <a:cs typeface="Arial" panose="020B0604020202020204" pitchFamily="34" charset="0"/>
              </a:rPr>
              <a:t>Som kunden kan bruke på selvvalgt telefon</a:t>
            </a:r>
            <a:endParaRPr kumimoji="0" lang="nb-NO" sz="1600" b="0" i="0" u="none" strike="noStrike" kern="1200" cap="none" spc="0" normalizeH="0" baseline="0" noProof="0" dirty="0" err="1">
              <a:ln>
                <a:noFill/>
              </a:ln>
              <a:effectLst/>
              <a:uLnTx/>
              <a:uFillTx/>
              <a:ea typeface="+mn-ea"/>
              <a:cs typeface="Arial" panose="020B0604020202020204" pitchFamily="34" charset="0"/>
            </a:endParaRPr>
          </a:p>
        </p:txBody>
      </p:sp>
      <p:sp>
        <p:nvSpPr>
          <p:cNvPr id="12" name="TextBox 11">
            <a:extLst>
              <a:ext uri="{FF2B5EF4-FFF2-40B4-BE49-F238E27FC236}">
                <a16:creationId xmlns:a16="http://schemas.microsoft.com/office/drawing/2014/main" id="{1D476639-F967-C23A-724C-FB20485A8D0C}"/>
              </a:ext>
            </a:extLst>
          </p:cNvPr>
          <p:cNvSpPr txBox="1"/>
          <p:nvPr/>
        </p:nvSpPr>
        <p:spPr>
          <a:xfrm>
            <a:off x="6515100" y="3314700"/>
            <a:ext cx="2266949" cy="1397114"/>
          </a:xfrm>
          <a:prstGeom prst="rect">
            <a:avLst/>
          </a:prstGeom>
          <a:noFill/>
        </p:spPr>
        <p:txBody>
          <a:bodyPr wrap="square" lIns="0" tIns="0" rIns="0" bIns="0" rtlCol="0">
            <a:spAutoFit/>
          </a:bodyPr>
          <a:lstStyle/>
          <a:p>
            <a:pPr marL="0" marR="0" indent="0" algn="ctr" defTabSz="914400" rtl="0" eaLnBrk="1" fontAlgn="auto" latinLnBrk="0" hangingPunct="1">
              <a:lnSpc>
                <a:spcPct val="110000"/>
              </a:lnSpc>
              <a:spcBef>
                <a:spcPts val="0"/>
              </a:spcBef>
              <a:spcAft>
                <a:spcPts val="0"/>
              </a:spcAft>
              <a:buClrTx/>
              <a:buSzTx/>
              <a:buFontTx/>
              <a:buNone/>
              <a:tabLst/>
            </a:pPr>
            <a:r>
              <a:rPr lang="nb-NO" sz="2000" b="1" dirty="0">
                <a:cs typeface="Arial" panose="020B0604020202020204" pitchFamily="34" charset="0"/>
              </a:rPr>
              <a:t>2</a:t>
            </a:r>
            <a:r>
              <a:rPr kumimoji="0" lang="nb-NO" sz="2000" b="1" i="0" u="none" strike="noStrike" kern="1200" cap="none" spc="0" normalizeH="0" baseline="0" noProof="0" dirty="0">
                <a:ln>
                  <a:noFill/>
                </a:ln>
                <a:effectLst/>
                <a:uLnTx/>
                <a:uFillTx/>
                <a:ea typeface="+mn-ea"/>
                <a:cs typeface="Arial" panose="020B0604020202020204" pitchFamily="34" charset="0"/>
              </a:rPr>
              <a:t>00 kr</a:t>
            </a:r>
          </a:p>
          <a:p>
            <a:pPr marL="0" marR="0" indent="0" algn="ctr" defTabSz="914400" rtl="0" eaLnBrk="1" fontAlgn="auto" latinLnBrk="0" hangingPunct="1">
              <a:lnSpc>
                <a:spcPct val="110000"/>
              </a:lnSpc>
              <a:spcBef>
                <a:spcPts val="0"/>
              </a:spcBef>
              <a:spcAft>
                <a:spcPts val="0"/>
              </a:spcAft>
              <a:buClrTx/>
              <a:buSzTx/>
              <a:buFontTx/>
              <a:buNone/>
              <a:tabLst/>
            </a:pPr>
            <a:endParaRPr lang="nb-NO" sz="1600" dirty="0">
              <a:cs typeface="Arial" panose="020B0604020202020204" pitchFamily="34" charset="0"/>
            </a:endParaRPr>
          </a:p>
          <a:p>
            <a:pPr marL="0" marR="0" indent="0" algn="ctr" defTabSz="914400" rtl="0" eaLnBrk="1" fontAlgn="auto" latinLnBrk="0" hangingPunct="1">
              <a:lnSpc>
                <a:spcPct val="110000"/>
              </a:lnSpc>
              <a:spcBef>
                <a:spcPts val="0"/>
              </a:spcBef>
              <a:spcAft>
                <a:spcPts val="0"/>
              </a:spcAft>
              <a:buClrTx/>
              <a:buSzTx/>
              <a:buFontTx/>
              <a:buNone/>
              <a:tabLst/>
            </a:pPr>
            <a:r>
              <a:rPr lang="nb-NO" sz="1600" dirty="0">
                <a:cs typeface="Arial" panose="020B0604020202020204" pitchFamily="34" charset="0"/>
              </a:rPr>
              <a:t>Som kunden kan bruke på hva h*n vil (HW/Tilbehør/utstyr)</a:t>
            </a:r>
            <a:endParaRPr kumimoji="0" lang="nb-NO" sz="1600" b="0" i="0" u="none" strike="noStrike" kern="1200" cap="none" spc="0" normalizeH="0" baseline="0" noProof="0" dirty="0" err="1">
              <a:ln>
                <a:noFill/>
              </a:ln>
              <a:effectLst/>
              <a:uLnTx/>
              <a:uFillTx/>
              <a:ea typeface="+mn-ea"/>
              <a:cs typeface="Arial" panose="020B0604020202020204" pitchFamily="34" charset="0"/>
            </a:endParaRPr>
          </a:p>
        </p:txBody>
      </p:sp>
      <p:sp>
        <p:nvSpPr>
          <p:cNvPr id="13" name="TextBox 12">
            <a:extLst>
              <a:ext uri="{FF2B5EF4-FFF2-40B4-BE49-F238E27FC236}">
                <a16:creationId xmlns:a16="http://schemas.microsoft.com/office/drawing/2014/main" id="{C1CA1EF0-DDE2-1E8D-1EA1-191D1D5A27C9}"/>
              </a:ext>
            </a:extLst>
          </p:cNvPr>
          <p:cNvSpPr txBox="1"/>
          <p:nvPr/>
        </p:nvSpPr>
        <p:spPr>
          <a:xfrm>
            <a:off x="9363075" y="3305175"/>
            <a:ext cx="2266949" cy="1397114"/>
          </a:xfrm>
          <a:prstGeom prst="rect">
            <a:avLst/>
          </a:prstGeom>
          <a:noFill/>
        </p:spPr>
        <p:txBody>
          <a:bodyPr wrap="square" lIns="0" tIns="0" rIns="0" bIns="0" rtlCol="0">
            <a:spAutoFit/>
          </a:bodyPr>
          <a:lstStyle/>
          <a:p>
            <a:pPr marL="0" marR="0" indent="0" algn="ctr" defTabSz="914400" rtl="0" eaLnBrk="1" fontAlgn="auto" latinLnBrk="0" hangingPunct="1">
              <a:lnSpc>
                <a:spcPct val="110000"/>
              </a:lnSpc>
              <a:spcBef>
                <a:spcPts val="0"/>
              </a:spcBef>
              <a:spcAft>
                <a:spcPts val="0"/>
              </a:spcAft>
              <a:buClrTx/>
              <a:buSzTx/>
              <a:buFontTx/>
              <a:buNone/>
              <a:tabLst/>
            </a:pPr>
            <a:r>
              <a:rPr kumimoji="0" lang="nb-NO" sz="2000" b="1" i="0" u="none" strike="noStrike" kern="1200" cap="none" spc="0" normalizeH="0" baseline="0" noProof="0" dirty="0">
                <a:ln>
                  <a:noFill/>
                </a:ln>
                <a:effectLst/>
                <a:uLnTx/>
                <a:uFillTx/>
                <a:ea typeface="+mn-ea"/>
                <a:cs typeface="Arial" panose="020B0604020202020204" pitchFamily="34" charset="0"/>
              </a:rPr>
              <a:t>400 kr</a:t>
            </a:r>
          </a:p>
          <a:p>
            <a:pPr marL="0" marR="0" indent="0" algn="ctr" defTabSz="914400" rtl="0" eaLnBrk="1" fontAlgn="auto" latinLnBrk="0" hangingPunct="1">
              <a:lnSpc>
                <a:spcPct val="110000"/>
              </a:lnSpc>
              <a:spcBef>
                <a:spcPts val="0"/>
              </a:spcBef>
              <a:spcAft>
                <a:spcPts val="0"/>
              </a:spcAft>
              <a:buClrTx/>
              <a:buSzTx/>
              <a:buFontTx/>
              <a:buNone/>
              <a:tabLst/>
            </a:pPr>
            <a:endParaRPr lang="nb-NO" sz="1600" dirty="0">
              <a:cs typeface="Arial" panose="020B0604020202020204" pitchFamily="34" charset="0"/>
            </a:endParaRPr>
          </a:p>
          <a:p>
            <a:pPr algn="ctr">
              <a:lnSpc>
                <a:spcPct val="110000"/>
              </a:lnSpc>
            </a:pPr>
            <a:r>
              <a:rPr lang="nb-NO" sz="1600" dirty="0">
                <a:cs typeface="Arial" panose="020B0604020202020204" pitchFamily="34" charset="0"/>
              </a:rPr>
              <a:t>Som kunden kan bruke på hva h*n vil (HW/Tilbehør/utstyr)</a:t>
            </a:r>
          </a:p>
        </p:txBody>
      </p:sp>
      <p:sp>
        <p:nvSpPr>
          <p:cNvPr id="14" name="Title 4">
            <a:extLst>
              <a:ext uri="{FF2B5EF4-FFF2-40B4-BE49-F238E27FC236}">
                <a16:creationId xmlns:a16="http://schemas.microsoft.com/office/drawing/2014/main" id="{B7AD697C-F141-E5B4-879E-A27E35C3A47A}"/>
              </a:ext>
            </a:extLst>
          </p:cNvPr>
          <p:cNvSpPr txBox="1">
            <a:spLocks/>
          </p:cNvSpPr>
          <p:nvPr/>
        </p:nvSpPr>
        <p:spPr>
          <a:xfrm>
            <a:off x="519463" y="5322585"/>
            <a:ext cx="5576538" cy="1123200"/>
          </a:xfrm>
          <a:prstGeom prst="rect">
            <a:avLst/>
          </a:prstGeom>
        </p:spPr>
        <p:txBody>
          <a:bodyPr vert="horz" lIns="0" tIns="0" rIns="0" bIns="45720" rtlCol="0" anchor="t" anchorCtr="0">
            <a:noAutofit/>
          </a:bodyPr>
          <a:lstStyle>
            <a:lvl1pPr algn="l" defTabSz="914400" rtl="0" eaLnBrk="1" latinLnBrk="0" hangingPunct="1">
              <a:lnSpc>
                <a:spcPct val="90000"/>
              </a:lnSpc>
              <a:spcBef>
                <a:spcPct val="0"/>
              </a:spcBef>
              <a:buNone/>
              <a:defRPr sz="3200" b="0" i="0" kern="1200">
                <a:solidFill>
                  <a:schemeClr val="tx1"/>
                </a:solidFill>
                <a:latin typeface="+mn-lt"/>
                <a:ea typeface="+mj-ea"/>
                <a:cs typeface="+mj-cs"/>
              </a:defRPr>
            </a:lvl1pPr>
          </a:lstStyle>
          <a:p>
            <a:r>
              <a:rPr lang="nb-NO" sz="1800" i="1" dirty="0"/>
              <a:t>Kodene distribueres til 10 000 kunder, fordelt på disse 4 scenarioene </a:t>
            </a:r>
          </a:p>
          <a:p>
            <a:r>
              <a:rPr lang="nb-NO" sz="1800" i="1" dirty="0"/>
              <a:t>SMS utsendelse mandag 9. februar.</a:t>
            </a:r>
          </a:p>
          <a:p>
            <a:r>
              <a:rPr lang="nb-NO" sz="1800" i="1" dirty="0"/>
              <a:t>Varighet for verdikoden er 1 uke (mandag </a:t>
            </a:r>
            <a:r>
              <a:rPr lang="nb-NO" sz="1800" i="1" dirty="0" err="1"/>
              <a:t>t.o.m</a:t>
            </a:r>
            <a:r>
              <a:rPr lang="nb-NO" sz="1800" i="1" dirty="0"/>
              <a:t> lørdag)</a:t>
            </a:r>
          </a:p>
          <a:p>
            <a:r>
              <a:rPr lang="nb-NO" sz="1800" i="1" dirty="0"/>
              <a:t>Koden kan brukes en gang per kunde.</a:t>
            </a:r>
          </a:p>
        </p:txBody>
      </p:sp>
      <p:sp>
        <p:nvSpPr>
          <p:cNvPr id="15" name="Rectangle 14">
            <a:extLst>
              <a:ext uri="{FF2B5EF4-FFF2-40B4-BE49-F238E27FC236}">
                <a16:creationId xmlns:a16="http://schemas.microsoft.com/office/drawing/2014/main" id="{3EE45BEC-8404-ACEA-2C9F-1DE927DE04D3}"/>
              </a:ext>
            </a:extLst>
          </p:cNvPr>
          <p:cNvSpPr/>
          <p:nvPr/>
        </p:nvSpPr>
        <p:spPr>
          <a:xfrm>
            <a:off x="523875" y="1714500"/>
            <a:ext cx="2556825" cy="33147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6" name="Rectangle 15">
            <a:extLst>
              <a:ext uri="{FF2B5EF4-FFF2-40B4-BE49-F238E27FC236}">
                <a16:creationId xmlns:a16="http://schemas.microsoft.com/office/drawing/2014/main" id="{DC934B76-B768-B805-D310-2B8710754A66}"/>
              </a:ext>
            </a:extLst>
          </p:cNvPr>
          <p:cNvSpPr/>
          <p:nvPr/>
        </p:nvSpPr>
        <p:spPr>
          <a:xfrm>
            <a:off x="3438525" y="1714500"/>
            <a:ext cx="2556825" cy="33147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7" name="Rectangle 16">
            <a:extLst>
              <a:ext uri="{FF2B5EF4-FFF2-40B4-BE49-F238E27FC236}">
                <a16:creationId xmlns:a16="http://schemas.microsoft.com/office/drawing/2014/main" id="{972C5D53-8A67-F049-F5A7-2268F9DD9BF5}"/>
              </a:ext>
            </a:extLst>
          </p:cNvPr>
          <p:cNvSpPr/>
          <p:nvPr/>
        </p:nvSpPr>
        <p:spPr>
          <a:xfrm>
            <a:off x="6267450" y="1714500"/>
            <a:ext cx="2556825" cy="33147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8" name="Rectangle 17">
            <a:extLst>
              <a:ext uri="{FF2B5EF4-FFF2-40B4-BE49-F238E27FC236}">
                <a16:creationId xmlns:a16="http://schemas.microsoft.com/office/drawing/2014/main" id="{F7320B22-C663-FB1A-3C91-BB4717F77834}"/>
              </a:ext>
            </a:extLst>
          </p:cNvPr>
          <p:cNvSpPr/>
          <p:nvPr/>
        </p:nvSpPr>
        <p:spPr>
          <a:xfrm>
            <a:off x="9191625" y="1714500"/>
            <a:ext cx="2556825" cy="33147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2" name="Arrow: Chevron 1">
            <a:extLst>
              <a:ext uri="{FF2B5EF4-FFF2-40B4-BE49-F238E27FC236}">
                <a16:creationId xmlns:a16="http://schemas.microsoft.com/office/drawing/2014/main" id="{16347CEE-CCA1-1FEA-87A4-20993867C518}"/>
              </a:ext>
            </a:extLst>
          </p:cNvPr>
          <p:cNvSpPr/>
          <p:nvPr/>
        </p:nvSpPr>
        <p:spPr>
          <a:xfrm>
            <a:off x="6179419" y="5409398"/>
            <a:ext cx="507130" cy="731520"/>
          </a:xfrm>
          <a:prstGeom prst="chevron">
            <a:avLst/>
          </a:prstGeom>
          <a:solidFill>
            <a:srgbClr val="FFD0AD"/>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8" name="Title 4">
            <a:extLst>
              <a:ext uri="{FF2B5EF4-FFF2-40B4-BE49-F238E27FC236}">
                <a16:creationId xmlns:a16="http://schemas.microsoft.com/office/drawing/2014/main" id="{985454F7-1A58-CBB8-0915-E5871A2B4AFB}"/>
              </a:ext>
            </a:extLst>
          </p:cNvPr>
          <p:cNvSpPr txBox="1">
            <a:spLocks/>
          </p:cNvSpPr>
          <p:nvPr/>
        </p:nvSpPr>
        <p:spPr>
          <a:xfrm>
            <a:off x="6937909" y="5322585"/>
            <a:ext cx="4810541" cy="1123200"/>
          </a:xfrm>
          <a:prstGeom prst="rect">
            <a:avLst/>
          </a:prstGeom>
        </p:spPr>
        <p:txBody>
          <a:bodyPr vert="horz" lIns="0" tIns="0" rIns="0" bIns="45720" rtlCol="0" anchor="t" anchorCtr="0">
            <a:noAutofit/>
          </a:bodyPr>
          <a:lstStyle>
            <a:lvl1pPr algn="l" defTabSz="914400" rtl="0" eaLnBrk="1" latinLnBrk="0" hangingPunct="1">
              <a:lnSpc>
                <a:spcPct val="90000"/>
              </a:lnSpc>
              <a:spcBef>
                <a:spcPct val="0"/>
              </a:spcBef>
              <a:buNone/>
              <a:defRPr sz="3200" b="0" i="0" kern="1200">
                <a:solidFill>
                  <a:schemeClr val="tx1"/>
                </a:solidFill>
                <a:latin typeface="+mn-lt"/>
                <a:ea typeface="+mj-ea"/>
                <a:cs typeface="+mj-cs"/>
              </a:defRPr>
            </a:lvl1pPr>
          </a:lstStyle>
          <a:p>
            <a:r>
              <a:rPr lang="nb-NO" sz="1800" i="1" dirty="0"/>
              <a:t>Hva tenker dere om volum og utsendelse?</a:t>
            </a:r>
          </a:p>
          <a:p>
            <a:r>
              <a:rPr lang="nb-NO" sz="1800" i="1" dirty="0"/>
              <a:t>Vil dette være håndterbart i butikk?</a:t>
            </a:r>
          </a:p>
          <a:p>
            <a:r>
              <a:rPr lang="nb-NO" sz="1800" i="1" dirty="0"/>
              <a:t>Usikkerhet på hit –  noe av det vi vil teste - men 20% vil da potensielt gi 2000 ekstra besøkende til butikkene denne uken… Håndterbart?</a:t>
            </a:r>
          </a:p>
        </p:txBody>
      </p:sp>
    </p:spTree>
    <p:extLst>
      <p:ext uri="{BB962C8B-B14F-4D97-AF65-F5344CB8AC3E}">
        <p14:creationId xmlns:p14="http://schemas.microsoft.com/office/powerpoint/2010/main" val="926660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E35F1-4301-9A7A-93BF-C7302E51CB4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9562E5-2950-36CE-3931-F00E50920933}"/>
              </a:ext>
            </a:extLst>
          </p:cNvPr>
          <p:cNvSpPr>
            <a:spLocks noGrp="1"/>
          </p:cNvSpPr>
          <p:nvPr>
            <p:ph type="sldNum" sz="quarter" idx="10"/>
          </p:nvPr>
        </p:nvSpPr>
        <p:spPr/>
        <p:txBody>
          <a:bodyPr/>
          <a:lstStyle/>
          <a:p>
            <a:fld id="{608810A5-7811-344D-9AE9-EC83104FB54D}" type="slidenum">
              <a:rPr lang="en-GB" smtClean="0"/>
              <a:t>5</a:t>
            </a:fld>
            <a:endParaRPr lang="en-GB"/>
          </a:p>
        </p:txBody>
      </p:sp>
      <p:sp>
        <p:nvSpPr>
          <p:cNvPr id="5" name="Title 4">
            <a:extLst>
              <a:ext uri="{FF2B5EF4-FFF2-40B4-BE49-F238E27FC236}">
                <a16:creationId xmlns:a16="http://schemas.microsoft.com/office/drawing/2014/main" id="{6FC21695-02F4-3183-1DEE-24099A2153FC}"/>
              </a:ext>
            </a:extLst>
          </p:cNvPr>
          <p:cNvSpPr>
            <a:spLocks noGrp="1"/>
          </p:cNvSpPr>
          <p:nvPr>
            <p:ph type="title"/>
          </p:nvPr>
        </p:nvSpPr>
        <p:spPr/>
        <p:txBody>
          <a:bodyPr/>
          <a:lstStyle/>
          <a:p>
            <a:r>
              <a:rPr lang="nb-NO" dirty="0"/>
              <a:t>SMS som blir sendt kunden (in progress)</a:t>
            </a:r>
          </a:p>
        </p:txBody>
      </p:sp>
      <p:pic>
        <p:nvPicPr>
          <p:cNvPr id="9" name="Picture 8">
            <a:extLst>
              <a:ext uri="{FF2B5EF4-FFF2-40B4-BE49-F238E27FC236}">
                <a16:creationId xmlns:a16="http://schemas.microsoft.com/office/drawing/2014/main" id="{E1750295-53D7-E751-A6D6-9CBDB2597A86}"/>
              </a:ext>
            </a:extLst>
          </p:cNvPr>
          <p:cNvPicPr>
            <a:picLocks noChangeAspect="1"/>
          </p:cNvPicPr>
          <p:nvPr/>
        </p:nvPicPr>
        <p:blipFill>
          <a:blip r:embed="rId3"/>
          <a:stretch>
            <a:fillRect/>
          </a:stretch>
        </p:blipFill>
        <p:spPr>
          <a:xfrm>
            <a:off x="636773" y="1740838"/>
            <a:ext cx="1558942" cy="2101820"/>
          </a:xfrm>
          <a:prstGeom prst="rect">
            <a:avLst/>
          </a:prstGeom>
        </p:spPr>
      </p:pic>
      <p:pic>
        <p:nvPicPr>
          <p:cNvPr id="13" name="Picture 12">
            <a:extLst>
              <a:ext uri="{FF2B5EF4-FFF2-40B4-BE49-F238E27FC236}">
                <a16:creationId xmlns:a16="http://schemas.microsoft.com/office/drawing/2014/main" id="{F9A2AE73-79FE-121E-3ACF-7ED7AAD268D1}"/>
              </a:ext>
            </a:extLst>
          </p:cNvPr>
          <p:cNvPicPr>
            <a:picLocks noChangeAspect="1"/>
          </p:cNvPicPr>
          <p:nvPr/>
        </p:nvPicPr>
        <p:blipFill>
          <a:blip r:embed="rId4"/>
          <a:stretch>
            <a:fillRect/>
          </a:stretch>
        </p:blipFill>
        <p:spPr>
          <a:xfrm>
            <a:off x="636773" y="3979230"/>
            <a:ext cx="1584619" cy="2101821"/>
          </a:xfrm>
          <a:prstGeom prst="rect">
            <a:avLst/>
          </a:prstGeom>
        </p:spPr>
      </p:pic>
      <p:sp>
        <p:nvSpPr>
          <p:cNvPr id="14" name="TextBox 13">
            <a:extLst>
              <a:ext uri="{FF2B5EF4-FFF2-40B4-BE49-F238E27FC236}">
                <a16:creationId xmlns:a16="http://schemas.microsoft.com/office/drawing/2014/main" id="{8394ECE2-D3C4-D731-58E4-7AFDFD0E66DC}"/>
              </a:ext>
            </a:extLst>
          </p:cNvPr>
          <p:cNvSpPr txBox="1"/>
          <p:nvPr/>
        </p:nvSpPr>
        <p:spPr>
          <a:xfrm>
            <a:off x="2584819" y="1348954"/>
            <a:ext cx="7643702" cy="5170646"/>
          </a:xfrm>
          <a:prstGeom prst="rect">
            <a:avLst/>
          </a:prstGeom>
          <a:noFill/>
        </p:spPr>
        <p:txBody>
          <a:bodyPr wrap="square" lIns="0" tIns="0" rIns="0" bIns="0" rtlCol="0">
            <a:spAutoFit/>
          </a:bodyPr>
          <a:lstStyle/>
          <a:p>
            <a:r>
              <a:rPr kumimoji="0" lang="nb-NO" sz="1200" b="0" i="0" u="none" strike="noStrike" kern="1200" cap="none" spc="0" normalizeH="0" baseline="0" noProof="0" dirty="0">
                <a:ln>
                  <a:noFill/>
                </a:ln>
                <a:solidFill>
                  <a:schemeClr val="tx1"/>
                </a:solidFill>
                <a:effectLst/>
                <a:uLnTx/>
                <a:uFillTx/>
                <a:ea typeface="+mn-ea"/>
                <a:cs typeface="Arial" panose="020B0604020202020204" pitchFamily="34" charset="0"/>
              </a:rPr>
              <a:t>TBD!</a:t>
            </a:r>
            <a:r>
              <a:rPr lang="nb-NO" sz="1400" b="1" dirty="0"/>
              <a:t> </a:t>
            </a:r>
          </a:p>
          <a:p>
            <a:r>
              <a:rPr lang="nb-NO" sz="1400" b="1" dirty="0"/>
              <a:t>Litt mer </a:t>
            </a:r>
            <a:r>
              <a:rPr lang="nb-NO" sz="1400" b="1" dirty="0" err="1"/>
              <a:t>passion</a:t>
            </a:r>
            <a:r>
              <a:rPr lang="nb-NO" sz="1400" b="1" dirty="0"/>
              <a:t>:</a:t>
            </a:r>
            <a:endParaRPr lang="nb-NO" sz="1400" dirty="0"/>
          </a:p>
          <a:p>
            <a:br>
              <a:rPr lang="nb-NO" sz="1400" dirty="0"/>
            </a:br>
            <a:r>
              <a:rPr lang="nb-NO" sz="1400" i="1" dirty="0"/>
              <a:t>Kjære Telenorkunde! Vi setter ekstra pris på nettopp deg. Som takk gir vi deg en verdikode  XY243X pålydende 500 kr. Koden kan brukes én gang fra 9. til 14. februar ved kjøp av valgfri mobiltelefon i alle Telenorbutikker i Trondheim og omegn (Orkanger, Levanger og Stjørdal).</a:t>
            </a:r>
            <a:br>
              <a:rPr lang="nb-NO" sz="1400" dirty="0"/>
            </a:br>
            <a:r>
              <a:rPr lang="nb-NO" sz="1400" i="1" dirty="0"/>
              <a:t>Velkommen til oss i Telenorbutikken!</a:t>
            </a:r>
            <a:endParaRPr lang="nb-NO" sz="1400" dirty="0"/>
          </a:p>
          <a:p>
            <a:br>
              <a:rPr lang="nb-NO" sz="1400" dirty="0"/>
            </a:br>
            <a:r>
              <a:rPr lang="nb-NO" sz="1400" i="1" dirty="0"/>
              <a:t>Kjære Telenorkunde! Vi setter ekstra pris på nettopp deg. Som takk gir vi deg en verdikode XY243Z pålydende 400 kr. Koden kan brukes én gang fra 9. til 14. februar ved kjøp av hva du måtte ønske i alle Telenorbutikker i Trondheim og omegn (Orkanger, Levanger og Stjørdal).</a:t>
            </a:r>
            <a:br>
              <a:rPr lang="nb-NO" sz="1400" dirty="0"/>
            </a:br>
            <a:r>
              <a:rPr lang="nb-NO" sz="1400" i="1" dirty="0"/>
              <a:t>Velkommen til oss i Telenorbutikken!</a:t>
            </a:r>
            <a:endParaRPr lang="nb-NO" sz="1400" dirty="0"/>
          </a:p>
          <a:p>
            <a:br>
              <a:rPr lang="nb-NO" sz="1400" dirty="0"/>
            </a:br>
            <a:r>
              <a:rPr lang="nb-NO" sz="1400" b="1" dirty="0"/>
              <a:t>Eller mer </a:t>
            </a:r>
            <a:r>
              <a:rPr lang="nb-NO" sz="1400" b="1" dirty="0" err="1"/>
              <a:t>plain</a:t>
            </a:r>
            <a:r>
              <a:rPr lang="nb-NO" sz="1400" b="1" dirty="0"/>
              <a:t>:</a:t>
            </a:r>
            <a:endParaRPr lang="nb-NO" sz="1400" dirty="0"/>
          </a:p>
          <a:p>
            <a:br>
              <a:rPr lang="nb-NO" sz="1400" dirty="0"/>
            </a:br>
            <a:r>
              <a:rPr lang="nb-NO" sz="1400" i="1" dirty="0"/>
              <a:t>Hei! Du er en viktig kunde for oss i Telenor. Som takk gir vi deg en verdikode XY243S pålydende 500 kr. Koden kan brukes én gang fra 9. til 14. februar ved kjøp av valgfri mobiltelefon i alle Telenorbutikker i Trondheim og omegn (Orkanger, Levanger og Stjørdal).</a:t>
            </a:r>
            <a:br>
              <a:rPr lang="nb-NO" sz="1400" dirty="0"/>
            </a:br>
            <a:r>
              <a:rPr lang="nb-NO" sz="1400" i="1" dirty="0"/>
              <a:t>Si sees i Telenorbutikken!</a:t>
            </a:r>
            <a:endParaRPr lang="nb-NO" sz="1400" dirty="0"/>
          </a:p>
          <a:p>
            <a:br>
              <a:rPr lang="nb-NO" sz="1400" dirty="0"/>
            </a:br>
            <a:r>
              <a:rPr lang="nb-NO" sz="1400" i="1" dirty="0"/>
              <a:t>Hei! Du er en viktig kunde for oss i Telenor. Som takk gir vi deg en verdikode XY243B pålydende 400 kr. Koden kan brukes én gang fra 9. til 14. februar ved kjøp av hva du måtte ønske i alle Telenorbutikker i Trondheim og omegn (Orkanger, Levanger og Stjørdal).</a:t>
            </a:r>
            <a:br>
              <a:rPr lang="nb-NO" sz="1400" dirty="0"/>
            </a:br>
            <a:r>
              <a:rPr lang="nb-NO" sz="1400" i="1" dirty="0"/>
              <a:t>Si sees i Telenorbutikken!</a:t>
            </a:r>
            <a:endParaRPr lang="nb-NO" sz="1400" dirty="0"/>
          </a:p>
        </p:txBody>
      </p:sp>
    </p:spTree>
    <p:extLst>
      <p:ext uri="{BB962C8B-B14F-4D97-AF65-F5344CB8AC3E}">
        <p14:creationId xmlns:p14="http://schemas.microsoft.com/office/powerpoint/2010/main" val="355300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11DE3-7142-F535-A9C7-DA5E83AB8EA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6F4E7C-988F-8182-3E8E-EA901C06762A}"/>
              </a:ext>
            </a:extLst>
          </p:cNvPr>
          <p:cNvSpPr>
            <a:spLocks noGrp="1"/>
          </p:cNvSpPr>
          <p:nvPr>
            <p:ph type="sldNum" sz="quarter" idx="10"/>
          </p:nvPr>
        </p:nvSpPr>
        <p:spPr/>
        <p:txBody>
          <a:bodyPr/>
          <a:lstStyle/>
          <a:p>
            <a:fld id="{608810A5-7811-344D-9AE9-EC83104FB54D}" type="slidenum">
              <a:rPr lang="en-GB" smtClean="0"/>
              <a:t>6</a:t>
            </a:fld>
            <a:endParaRPr lang="en-GB"/>
          </a:p>
        </p:txBody>
      </p:sp>
      <p:sp>
        <p:nvSpPr>
          <p:cNvPr id="5" name="Title 4">
            <a:extLst>
              <a:ext uri="{FF2B5EF4-FFF2-40B4-BE49-F238E27FC236}">
                <a16:creationId xmlns:a16="http://schemas.microsoft.com/office/drawing/2014/main" id="{62064718-D75A-E9D6-7026-F57129BF4B1C}"/>
              </a:ext>
            </a:extLst>
          </p:cNvPr>
          <p:cNvSpPr>
            <a:spLocks noGrp="1"/>
          </p:cNvSpPr>
          <p:nvPr>
            <p:ph type="title"/>
          </p:nvPr>
        </p:nvSpPr>
        <p:spPr/>
        <p:txBody>
          <a:bodyPr/>
          <a:lstStyle/>
          <a:p>
            <a:r>
              <a:rPr lang="nb-NO" dirty="0"/>
              <a:t>For selger i butikk &amp; Innsikt</a:t>
            </a:r>
          </a:p>
        </p:txBody>
      </p:sp>
      <p:sp>
        <p:nvSpPr>
          <p:cNvPr id="32" name="Title 4">
            <a:extLst>
              <a:ext uri="{FF2B5EF4-FFF2-40B4-BE49-F238E27FC236}">
                <a16:creationId xmlns:a16="http://schemas.microsoft.com/office/drawing/2014/main" id="{621B6539-5BC6-7252-BF85-9B024525AE3D}"/>
              </a:ext>
            </a:extLst>
          </p:cNvPr>
          <p:cNvSpPr txBox="1">
            <a:spLocks/>
          </p:cNvSpPr>
          <p:nvPr/>
        </p:nvSpPr>
        <p:spPr>
          <a:xfrm>
            <a:off x="538801" y="1982715"/>
            <a:ext cx="11113200" cy="541410"/>
          </a:xfrm>
          <a:prstGeom prst="rect">
            <a:avLst/>
          </a:prstGeom>
        </p:spPr>
        <p:txBody>
          <a:bodyPr vert="horz" lIns="0" tIns="0" rIns="0" bIns="45720" rtlCol="0" anchor="t" anchorCtr="0">
            <a:noAutofit/>
          </a:bodyPr>
          <a:lstStyle>
            <a:lvl1pPr algn="l" defTabSz="914400" rtl="0" eaLnBrk="1" latinLnBrk="0" hangingPunct="1">
              <a:lnSpc>
                <a:spcPct val="90000"/>
              </a:lnSpc>
              <a:spcBef>
                <a:spcPct val="0"/>
              </a:spcBef>
              <a:buNone/>
              <a:defRPr sz="3200" b="0" i="0" kern="1200">
                <a:solidFill>
                  <a:schemeClr val="tx1"/>
                </a:solidFill>
                <a:latin typeface="+mn-lt"/>
                <a:ea typeface="+mj-ea"/>
                <a:cs typeface="+mj-cs"/>
              </a:defRPr>
            </a:lvl1pPr>
          </a:lstStyle>
          <a:p>
            <a:r>
              <a:rPr lang="nb-NO" sz="2000" dirty="0"/>
              <a:t>Registrering skjer i </a:t>
            </a:r>
            <a:r>
              <a:rPr lang="nb-NO" sz="2000" dirty="0" err="1"/>
              <a:t>OneView</a:t>
            </a:r>
            <a:r>
              <a:rPr lang="nb-NO" sz="2000" dirty="0"/>
              <a:t> og Heads</a:t>
            </a:r>
          </a:p>
          <a:p>
            <a:r>
              <a:rPr lang="nb-NO" sz="2000" dirty="0"/>
              <a:t>Funksjonalitet er kun tilgjengelig for pilotbutikker</a:t>
            </a:r>
          </a:p>
          <a:p>
            <a:endParaRPr lang="nb-NO" sz="2000" dirty="0"/>
          </a:p>
        </p:txBody>
      </p:sp>
      <p:sp>
        <p:nvSpPr>
          <p:cNvPr id="6" name="Rectangle 5">
            <a:extLst>
              <a:ext uri="{FF2B5EF4-FFF2-40B4-BE49-F238E27FC236}">
                <a16:creationId xmlns:a16="http://schemas.microsoft.com/office/drawing/2014/main" id="{86D0CDD6-0967-BF17-C731-DD7521786FE2}"/>
              </a:ext>
            </a:extLst>
          </p:cNvPr>
          <p:cNvSpPr/>
          <p:nvPr/>
        </p:nvSpPr>
        <p:spPr>
          <a:xfrm>
            <a:off x="609601" y="3218190"/>
            <a:ext cx="2647950" cy="1290862"/>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7" name="Title 4">
            <a:extLst>
              <a:ext uri="{FF2B5EF4-FFF2-40B4-BE49-F238E27FC236}">
                <a16:creationId xmlns:a16="http://schemas.microsoft.com/office/drawing/2014/main" id="{F1E5D61D-2B8D-BFBB-E5E9-9850A600F8FC}"/>
              </a:ext>
            </a:extLst>
          </p:cNvPr>
          <p:cNvSpPr txBox="1">
            <a:spLocks/>
          </p:cNvSpPr>
          <p:nvPr/>
        </p:nvSpPr>
        <p:spPr>
          <a:xfrm>
            <a:off x="538801" y="4883778"/>
            <a:ext cx="3233099" cy="541410"/>
          </a:xfrm>
          <a:prstGeom prst="rect">
            <a:avLst/>
          </a:prstGeom>
        </p:spPr>
        <p:txBody>
          <a:bodyPr vert="horz" lIns="0" tIns="0" rIns="0" bIns="45720" rtlCol="0" anchor="t" anchorCtr="0">
            <a:noAutofit/>
          </a:bodyPr>
          <a:lstStyle>
            <a:lvl1pPr algn="l" defTabSz="914400" rtl="0" eaLnBrk="1" latinLnBrk="0" hangingPunct="1">
              <a:lnSpc>
                <a:spcPct val="90000"/>
              </a:lnSpc>
              <a:spcBef>
                <a:spcPct val="0"/>
              </a:spcBef>
              <a:buNone/>
              <a:defRPr sz="3200" b="0" i="0" kern="1200">
                <a:solidFill>
                  <a:schemeClr val="tx1"/>
                </a:solidFill>
                <a:latin typeface="+mn-lt"/>
                <a:ea typeface="+mj-ea"/>
                <a:cs typeface="+mj-cs"/>
              </a:defRPr>
            </a:lvl1pPr>
          </a:lstStyle>
          <a:p>
            <a:pPr marL="342900" indent="-342900">
              <a:buFont typeface="Arial" panose="020B0604020202020204" pitchFamily="34" charset="0"/>
              <a:buChar char="•"/>
            </a:pPr>
            <a:r>
              <a:rPr lang="nb-NO" sz="2000" dirty="0"/>
              <a:t>Verifisering av verdikode</a:t>
            </a:r>
          </a:p>
          <a:p>
            <a:pPr marL="342900" indent="-342900">
              <a:buFont typeface="Arial" panose="020B0604020202020204" pitchFamily="34" charset="0"/>
              <a:buChar char="•"/>
            </a:pPr>
            <a:r>
              <a:rPr lang="nb-NO" sz="2000" dirty="0"/>
              <a:t>Registrering av Splittsalg (samme som cash up front)</a:t>
            </a:r>
          </a:p>
        </p:txBody>
      </p:sp>
      <p:sp>
        <p:nvSpPr>
          <p:cNvPr id="8" name="Rectangle 7">
            <a:extLst>
              <a:ext uri="{FF2B5EF4-FFF2-40B4-BE49-F238E27FC236}">
                <a16:creationId xmlns:a16="http://schemas.microsoft.com/office/drawing/2014/main" id="{E46FF0EF-AB90-E027-B4BE-A11D0821769F}"/>
              </a:ext>
            </a:extLst>
          </p:cNvPr>
          <p:cNvSpPr/>
          <p:nvPr/>
        </p:nvSpPr>
        <p:spPr>
          <a:xfrm>
            <a:off x="4426077" y="3229532"/>
            <a:ext cx="2647950" cy="1290862"/>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9" name="Title 4">
            <a:extLst>
              <a:ext uri="{FF2B5EF4-FFF2-40B4-BE49-F238E27FC236}">
                <a16:creationId xmlns:a16="http://schemas.microsoft.com/office/drawing/2014/main" id="{ADD452BA-3BBE-7DD8-F962-A68EB9E4FEA0}"/>
              </a:ext>
            </a:extLst>
          </p:cNvPr>
          <p:cNvSpPr txBox="1">
            <a:spLocks/>
          </p:cNvSpPr>
          <p:nvPr/>
        </p:nvSpPr>
        <p:spPr>
          <a:xfrm>
            <a:off x="4355278" y="4895120"/>
            <a:ext cx="3128324" cy="541410"/>
          </a:xfrm>
          <a:prstGeom prst="rect">
            <a:avLst/>
          </a:prstGeom>
        </p:spPr>
        <p:txBody>
          <a:bodyPr vert="horz" lIns="0" tIns="0" rIns="0" bIns="45720" rtlCol="0" anchor="t" anchorCtr="0">
            <a:noAutofit/>
          </a:bodyPr>
          <a:lstStyle>
            <a:lvl1pPr algn="l" defTabSz="914400" rtl="0" eaLnBrk="1" latinLnBrk="0" hangingPunct="1">
              <a:lnSpc>
                <a:spcPct val="90000"/>
              </a:lnSpc>
              <a:spcBef>
                <a:spcPct val="0"/>
              </a:spcBef>
              <a:buNone/>
              <a:defRPr sz="3200" b="0" i="0" kern="1200">
                <a:solidFill>
                  <a:schemeClr val="tx1"/>
                </a:solidFill>
                <a:latin typeface="+mn-lt"/>
                <a:ea typeface="+mj-ea"/>
                <a:cs typeface="+mj-cs"/>
              </a:defRPr>
            </a:lvl1pPr>
          </a:lstStyle>
          <a:p>
            <a:pPr marL="342900" indent="-342900">
              <a:buFont typeface="Arial" panose="020B0604020202020204" pitchFamily="34" charset="0"/>
              <a:buChar char="•"/>
            </a:pPr>
            <a:r>
              <a:rPr lang="nb-NO" sz="2000" dirty="0"/>
              <a:t>Liquid </a:t>
            </a:r>
            <a:r>
              <a:rPr lang="nb-NO" sz="2000" dirty="0" err="1"/>
              <a:t>barcode</a:t>
            </a:r>
            <a:r>
              <a:rPr lang="nb-NO" sz="2000" dirty="0"/>
              <a:t> løsning</a:t>
            </a:r>
          </a:p>
          <a:p>
            <a:pPr marL="342900" indent="-342900">
              <a:buFont typeface="Arial" panose="020B0604020202020204" pitchFamily="34" charset="0"/>
              <a:buChar char="•"/>
            </a:pPr>
            <a:r>
              <a:rPr lang="nb-NO" sz="2000" dirty="0"/>
              <a:t>Alle salg</a:t>
            </a:r>
          </a:p>
        </p:txBody>
      </p:sp>
      <p:pic>
        <p:nvPicPr>
          <p:cNvPr id="11" name="Picture 10">
            <a:extLst>
              <a:ext uri="{FF2B5EF4-FFF2-40B4-BE49-F238E27FC236}">
                <a16:creationId xmlns:a16="http://schemas.microsoft.com/office/drawing/2014/main" id="{99CE1956-D0C5-DA48-C58B-5C1CECF49ADA}"/>
              </a:ext>
            </a:extLst>
          </p:cNvPr>
          <p:cNvPicPr>
            <a:picLocks noChangeAspect="1"/>
          </p:cNvPicPr>
          <p:nvPr/>
        </p:nvPicPr>
        <p:blipFill>
          <a:blip r:embed="rId3"/>
          <a:stretch>
            <a:fillRect/>
          </a:stretch>
        </p:blipFill>
        <p:spPr>
          <a:xfrm>
            <a:off x="920722" y="3531472"/>
            <a:ext cx="2038336" cy="605677"/>
          </a:xfrm>
          <a:prstGeom prst="rect">
            <a:avLst/>
          </a:prstGeom>
        </p:spPr>
      </p:pic>
      <p:sp>
        <p:nvSpPr>
          <p:cNvPr id="17" name="TextBox 16">
            <a:extLst>
              <a:ext uri="{FF2B5EF4-FFF2-40B4-BE49-F238E27FC236}">
                <a16:creationId xmlns:a16="http://schemas.microsoft.com/office/drawing/2014/main" id="{BE8F12FD-9018-3359-0476-E25F23A456A6}"/>
              </a:ext>
            </a:extLst>
          </p:cNvPr>
          <p:cNvSpPr txBox="1"/>
          <p:nvPr/>
        </p:nvSpPr>
        <p:spPr>
          <a:xfrm>
            <a:off x="4605099" y="3569938"/>
            <a:ext cx="1170749" cy="523220"/>
          </a:xfrm>
          <a:prstGeom prst="rect">
            <a:avLst/>
          </a:prstGeom>
          <a:noFill/>
        </p:spPr>
        <p:txBody>
          <a:bodyPr wrap="square">
            <a:spAutoFit/>
          </a:bodyPr>
          <a:lstStyle/>
          <a:p>
            <a:r>
              <a:rPr lang="nb-NO" sz="2800" b="1" dirty="0"/>
              <a:t>Heads</a:t>
            </a:r>
          </a:p>
        </p:txBody>
      </p:sp>
      <p:pic>
        <p:nvPicPr>
          <p:cNvPr id="20" name="Picture 19">
            <a:extLst>
              <a:ext uri="{FF2B5EF4-FFF2-40B4-BE49-F238E27FC236}">
                <a16:creationId xmlns:a16="http://schemas.microsoft.com/office/drawing/2014/main" id="{A0F49495-A268-D672-A55D-3204E9AC5E05}"/>
              </a:ext>
            </a:extLst>
          </p:cNvPr>
          <p:cNvPicPr>
            <a:picLocks noChangeAspect="1"/>
          </p:cNvPicPr>
          <p:nvPr/>
        </p:nvPicPr>
        <p:blipFill>
          <a:blip r:embed="rId4"/>
          <a:stretch>
            <a:fillRect/>
          </a:stretch>
        </p:blipFill>
        <p:spPr>
          <a:xfrm>
            <a:off x="5775848" y="3418363"/>
            <a:ext cx="1093088" cy="812810"/>
          </a:xfrm>
          <a:prstGeom prst="rect">
            <a:avLst/>
          </a:prstGeom>
        </p:spPr>
      </p:pic>
      <p:sp>
        <p:nvSpPr>
          <p:cNvPr id="23" name="TextBox 22">
            <a:extLst>
              <a:ext uri="{FF2B5EF4-FFF2-40B4-BE49-F238E27FC236}">
                <a16:creationId xmlns:a16="http://schemas.microsoft.com/office/drawing/2014/main" id="{4D50F9F4-6619-3E57-A4A3-593506F4FFBB}"/>
              </a:ext>
            </a:extLst>
          </p:cNvPr>
          <p:cNvSpPr txBox="1"/>
          <p:nvPr/>
        </p:nvSpPr>
        <p:spPr>
          <a:xfrm>
            <a:off x="8218707" y="1965635"/>
            <a:ext cx="3024378" cy="3182218"/>
          </a:xfrm>
          <a:prstGeom prst="rect">
            <a:avLst/>
          </a:prstGeom>
          <a:noFill/>
        </p:spPr>
        <p:txBody>
          <a:bodyPr wrap="square">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nb-NO" sz="2000" dirty="0">
                <a:ea typeface="+mj-ea"/>
                <a:cs typeface="+mj-cs"/>
              </a:rPr>
              <a:t>Verdikode API gir oss til enhver tid oversikt over;</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nb-NO" sz="1600" b="1" i="0" u="none" strike="noStrike" kern="1200" cap="none" spc="0" normalizeH="0" baseline="0" noProof="0" dirty="0">
              <a:ln>
                <a:noFill/>
              </a:ln>
              <a:solidFill>
                <a:srgbClr val="FFFFFF"/>
              </a:solidFill>
              <a:effectLst/>
              <a:uLnTx/>
              <a:uFillTx/>
              <a:latin typeface="TelenorEvolutionPPT-Light"/>
              <a:ea typeface="+mn-ea"/>
              <a:cs typeface="Arial" panose="020B0604020202020204" pitchFamily="34" charset="0"/>
            </a:endParaRPr>
          </a:p>
          <a:p>
            <a:pPr marL="285750" marR="0" lvl="0" indent="-2857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nb-NO" sz="1600" b="0" i="0" u="none" strike="noStrike" kern="1200" cap="none" spc="0" normalizeH="0" baseline="0" noProof="0" dirty="0">
                <a:ln>
                  <a:noFill/>
                </a:ln>
                <a:solidFill>
                  <a:srgbClr val="FFFFFF"/>
                </a:solidFill>
                <a:effectLst/>
                <a:uLnTx/>
                <a:uFillTx/>
                <a:latin typeface="TelenorEvolutionPPT-Light"/>
                <a:ea typeface="+mn-ea"/>
                <a:cs typeface="Arial" panose="020B0604020202020204" pitchFamily="34" charset="0"/>
              </a:rPr>
              <a:t>Genererte koder med tilhørende spesifikasjon</a:t>
            </a:r>
            <a:endParaRPr lang="nb-NO" sz="1600" dirty="0">
              <a:solidFill>
                <a:srgbClr val="FFFFFF"/>
              </a:solidFill>
              <a:latin typeface="TelenorEvolutionPPT-Light"/>
              <a:cs typeface="Arial" panose="020B0604020202020204" pitchFamily="34" charset="0"/>
            </a:endParaRPr>
          </a:p>
          <a:p>
            <a:pPr marL="285750" marR="0" lvl="0" indent="-2857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nb-NO" sz="1600" b="0" i="0" u="none" strike="noStrike" kern="1200" cap="none" spc="0" normalizeH="0" baseline="0" noProof="0" dirty="0">
                <a:ln>
                  <a:noFill/>
                </a:ln>
                <a:solidFill>
                  <a:srgbClr val="FFFFFF"/>
                </a:solidFill>
                <a:effectLst/>
                <a:uLnTx/>
                <a:uFillTx/>
                <a:latin typeface="TelenorEvolutionPPT-Light"/>
                <a:ea typeface="+mn-ea"/>
                <a:cs typeface="Arial" panose="020B0604020202020204" pitchFamily="34" charset="0"/>
              </a:rPr>
              <a:t>Brukte koder</a:t>
            </a:r>
            <a:endParaRPr lang="nb-NO" sz="1600" dirty="0">
              <a:solidFill>
                <a:srgbClr val="FFFFFF"/>
              </a:solidFill>
              <a:latin typeface="TelenorEvolutionPPT-Light"/>
              <a:cs typeface="Arial" panose="020B0604020202020204" pitchFamily="34" charset="0"/>
            </a:endParaRPr>
          </a:p>
          <a:p>
            <a:pPr marL="285750" marR="0" lvl="0" indent="-2857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nb-NO" sz="1600" b="0" i="0" u="none" strike="noStrike" kern="1200" cap="none" spc="0" normalizeH="0" baseline="0" noProof="0" dirty="0">
                <a:ln>
                  <a:noFill/>
                </a:ln>
                <a:solidFill>
                  <a:srgbClr val="FFFFFF"/>
                </a:solidFill>
                <a:effectLst/>
                <a:uLnTx/>
                <a:uFillTx/>
                <a:latin typeface="TelenorEvolutionPPT-Light"/>
                <a:ea typeface="+mn-ea"/>
                <a:cs typeface="Arial" panose="020B0604020202020204" pitchFamily="34" charset="0"/>
              </a:rPr>
              <a:t>Hvor koden er brukt </a:t>
            </a:r>
          </a:p>
          <a:p>
            <a:pPr marL="285750" marR="0" lvl="0" indent="-2857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nb-NO" sz="1600" dirty="0">
                <a:solidFill>
                  <a:srgbClr val="FFFFFF"/>
                </a:solidFill>
                <a:latin typeface="TelenorEvolutionPPT-Light"/>
                <a:cs typeface="Arial" panose="020B0604020202020204" pitchFamily="34" charset="0"/>
              </a:rPr>
              <a:t>H</a:t>
            </a:r>
            <a:r>
              <a:rPr kumimoji="0" lang="nb-NO" sz="1600" b="0" i="0" u="none" strike="noStrike" kern="1200" cap="none" spc="0" normalizeH="0" baseline="0" noProof="0" dirty="0">
                <a:ln>
                  <a:noFill/>
                </a:ln>
                <a:solidFill>
                  <a:srgbClr val="FFFFFF"/>
                </a:solidFill>
                <a:effectLst/>
                <a:uLnTx/>
                <a:uFillTx/>
                <a:latin typeface="TelenorEvolutionPPT-Light"/>
                <a:ea typeface="+mn-ea"/>
                <a:cs typeface="Arial" panose="020B0604020202020204" pitchFamily="34" charset="0"/>
              </a:rPr>
              <a:t>va den er brukt til </a:t>
            </a:r>
          </a:p>
          <a:p>
            <a:pPr marL="285750" marR="0" lvl="0" indent="-2857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nb-NO" sz="1600" dirty="0">
                <a:solidFill>
                  <a:srgbClr val="FFFFFF"/>
                </a:solidFill>
                <a:latin typeface="TelenorEvolutionPPT-Light"/>
                <a:cs typeface="Arial" panose="020B0604020202020204" pitchFamily="34" charset="0"/>
              </a:rPr>
              <a:t>S</a:t>
            </a:r>
            <a:r>
              <a:rPr kumimoji="0" lang="nb-NO" sz="1600" b="0" i="0" u="none" strike="noStrike" kern="1200" cap="none" spc="0" normalizeH="0" baseline="0" noProof="0" dirty="0">
                <a:ln>
                  <a:noFill/>
                </a:ln>
                <a:solidFill>
                  <a:srgbClr val="FFFFFF"/>
                </a:solidFill>
                <a:effectLst/>
                <a:uLnTx/>
                <a:uFillTx/>
                <a:latin typeface="TelenorEvolutionPPT-Light"/>
                <a:ea typeface="+mn-ea"/>
                <a:cs typeface="Arial" panose="020B0604020202020204" pitchFamily="34" charset="0"/>
              </a:rPr>
              <a:t>amt hvilket mersalg koden var med på å generere</a:t>
            </a:r>
          </a:p>
        </p:txBody>
      </p:sp>
      <p:cxnSp>
        <p:nvCxnSpPr>
          <p:cNvPr id="25" name="Straight Connector 24">
            <a:extLst>
              <a:ext uri="{FF2B5EF4-FFF2-40B4-BE49-F238E27FC236}">
                <a16:creationId xmlns:a16="http://schemas.microsoft.com/office/drawing/2014/main" id="{00F995CB-C40D-03CA-7A79-A9C97008B416}"/>
              </a:ext>
            </a:extLst>
          </p:cNvPr>
          <p:cNvCxnSpPr/>
          <p:nvPr/>
        </p:nvCxnSpPr>
        <p:spPr>
          <a:xfrm>
            <a:off x="7808976" y="1965635"/>
            <a:ext cx="0" cy="3740221"/>
          </a:xfrm>
          <a:prstGeom prst="line">
            <a:avLst/>
          </a:prstGeom>
          <a:ln>
            <a:solidFill>
              <a:schemeClr val="tx1"/>
            </a:solidFill>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4890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B8503-1F47-4748-36EC-26B913908AB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7B1A10-2DB4-160A-67A5-E76C87BDAC59}"/>
              </a:ext>
            </a:extLst>
          </p:cNvPr>
          <p:cNvSpPr>
            <a:spLocks noGrp="1"/>
          </p:cNvSpPr>
          <p:nvPr>
            <p:ph type="sldNum" sz="quarter" idx="10"/>
          </p:nvPr>
        </p:nvSpPr>
        <p:spPr/>
        <p:txBody>
          <a:bodyPr/>
          <a:lstStyle/>
          <a:p>
            <a:fld id="{608810A5-7811-344D-9AE9-EC83104FB54D}" type="slidenum">
              <a:rPr lang="en-GB" smtClean="0"/>
              <a:t>7</a:t>
            </a:fld>
            <a:endParaRPr lang="en-GB"/>
          </a:p>
        </p:txBody>
      </p:sp>
      <p:sp>
        <p:nvSpPr>
          <p:cNvPr id="5" name="Title 4">
            <a:extLst>
              <a:ext uri="{FF2B5EF4-FFF2-40B4-BE49-F238E27FC236}">
                <a16:creationId xmlns:a16="http://schemas.microsoft.com/office/drawing/2014/main" id="{B5D5D70A-192B-C22B-2AD9-B890ECB379E5}"/>
              </a:ext>
            </a:extLst>
          </p:cNvPr>
          <p:cNvSpPr>
            <a:spLocks noGrp="1"/>
          </p:cNvSpPr>
          <p:nvPr>
            <p:ph type="title"/>
          </p:nvPr>
        </p:nvSpPr>
        <p:spPr/>
        <p:txBody>
          <a:bodyPr/>
          <a:lstStyle/>
          <a:p>
            <a:r>
              <a:rPr lang="nb-NO" dirty="0"/>
              <a:t>Tilbakebetaling</a:t>
            </a:r>
          </a:p>
        </p:txBody>
      </p:sp>
      <p:sp>
        <p:nvSpPr>
          <p:cNvPr id="2" name="TextBox 1">
            <a:extLst>
              <a:ext uri="{FF2B5EF4-FFF2-40B4-BE49-F238E27FC236}">
                <a16:creationId xmlns:a16="http://schemas.microsoft.com/office/drawing/2014/main" id="{2BB5C9EA-06FE-9848-61DA-574BC0E641D4}"/>
              </a:ext>
            </a:extLst>
          </p:cNvPr>
          <p:cNvSpPr txBox="1"/>
          <p:nvPr/>
        </p:nvSpPr>
        <p:spPr>
          <a:xfrm>
            <a:off x="538800" y="1464309"/>
            <a:ext cx="8312591" cy="516873"/>
          </a:xfrm>
          <a:prstGeom prst="rect">
            <a:avLst/>
          </a:prstGeom>
          <a:noFill/>
        </p:spPr>
        <p:txBody>
          <a:bodyPr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600" b="0" i="0" u="none" strike="noStrike" kern="1200" cap="none" spc="0" normalizeH="0" baseline="0" noProof="0" dirty="0">
                <a:ln>
                  <a:noFill/>
                </a:ln>
                <a:solidFill>
                  <a:schemeClr val="tx1"/>
                </a:solidFill>
                <a:effectLst/>
                <a:uLnTx/>
                <a:uFillTx/>
                <a:ea typeface="+mn-ea"/>
                <a:cs typeface="Arial" panose="020B0604020202020204" pitchFamily="34" charset="0"/>
              </a:rPr>
              <a:t>Tilbakebetaling av brukte verdikoder skjer ved månedsavslutning februar </a:t>
            </a:r>
          </a:p>
          <a:p>
            <a:pPr marL="0" marR="0" indent="0" algn="l" defTabSz="914400" rtl="0" eaLnBrk="1" fontAlgn="auto" latinLnBrk="0" hangingPunct="1">
              <a:lnSpc>
                <a:spcPct val="110000"/>
              </a:lnSpc>
              <a:spcBef>
                <a:spcPts val="0"/>
              </a:spcBef>
              <a:spcAft>
                <a:spcPts val="0"/>
              </a:spcAft>
              <a:buClrTx/>
              <a:buSzTx/>
              <a:buFontTx/>
              <a:buNone/>
              <a:tabLst/>
            </a:pPr>
            <a:r>
              <a:rPr lang="nb-NO" sz="1600" dirty="0">
                <a:cs typeface="Arial" panose="020B0604020202020204" pitchFamily="34" charset="0"/>
              </a:rPr>
              <a:t>Bente tar lead på denne – samme prosess som øvrige tilbakebetalinger.</a:t>
            </a:r>
            <a:endParaRPr kumimoji="0" lang="nb-NO" sz="1600" b="0" i="0" u="none" strike="noStrike" kern="1200" cap="none" spc="0" normalizeH="0" baseline="0" noProof="0" dirty="0">
              <a:ln>
                <a:noFill/>
              </a:ln>
              <a:solidFill>
                <a:schemeClr val="tx1"/>
              </a:solidFill>
              <a:effectLst/>
              <a:uLnTx/>
              <a:uFillTx/>
              <a:ea typeface="+mn-ea"/>
              <a:cs typeface="Arial" panose="020B0604020202020204" pitchFamily="34" charset="0"/>
            </a:endParaRPr>
          </a:p>
        </p:txBody>
      </p:sp>
      <p:pic>
        <p:nvPicPr>
          <p:cNvPr id="6" name="Picture 5">
            <a:extLst>
              <a:ext uri="{FF2B5EF4-FFF2-40B4-BE49-F238E27FC236}">
                <a16:creationId xmlns:a16="http://schemas.microsoft.com/office/drawing/2014/main" id="{C869E22B-98E2-4DCA-1943-6F6F8D4EA07D}"/>
              </a:ext>
            </a:extLst>
          </p:cNvPr>
          <p:cNvPicPr>
            <a:picLocks noChangeAspect="1"/>
          </p:cNvPicPr>
          <p:nvPr/>
        </p:nvPicPr>
        <p:blipFill>
          <a:blip r:embed="rId3"/>
          <a:stretch>
            <a:fillRect/>
          </a:stretch>
        </p:blipFill>
        <p:spPr>
          <a:xfrm>
            <a:off x="538801" y="2095221"/>
            <a:ext cx="10846357" cy="4311872"/>
          </a:xfrm>
          <a:prstGeom prst="rect">
            <a:avLst/>
          </a:prstGeom>
        </p:spPr>
      </p:pic>
    </p:spTree>
    <p:extLst>
      <p:ext uri="{BB962C8B-B14F-4D97-AF65-F5344CB8AC3E}">
        <p14:creationId xmlns:p14="http://schemas.microsoft.com/office/powerpoint/2010/main" val="2454011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29A68-551B-EAE5-7F49-4117E2CE744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ADA4C9-1EB5-8835-C4F0-EF91FBD036EA}"/>
              </a:ext>
            </a:extLst>
          </p:cNvPr>
          <p:cNvSpPr>
            <a:spLocks noGrp="1"/>
          </p:cNvSpPr>
          <p:nvPr>
            <p:ph type="sldNum" sz="quarter" idx="10"/>
          </p:nvPr>
        </p:nvSpPr>
        <p:spPr/>
        <p:txBody>
          <a:bodyPr/>
          <a:lstStyle/>
          <a:p>
            <a:fld id="{608810A5-7811-344D-9AE9-EC83104FB54D}" type="slidenum">
              <a:rPr lang="en-GB" smtClean="0"/>
              <a:t>8</a:t>
            </a:fld>
            <a:endParaRPr lang="en-GB"/>
          </a:p>
        </p:txBody>
      </p:sp>
      <p:sp>
        <p:nvSpPr>
          <p:cNvPr id="5" name="Title 4">
            <a:extLst>
              <a:ext uri="{FF2B5EF4-FFF2-40B4-BE49-F238E27FC236}">
                <a16:creationId xmlns:a16="http://schemas.microsoft.com/office/drawing/2014/main" id="{CBAADC4E-54C3-B946-F44E-98C243353EE9}"/>
              </a:ext>
            </a:extLst>
          </p:cNvPr>
          <p:cNvSpPr>
            <a:spLocks noGrp="1"/>
          </p:cNvSpPr>
          <p:nvPr>
            <p:ph type="title"/>
          </p:nvPr>
        </p:nvSpPr>
        <p:spPr/>
        <p:txBody>
          <a:bodyPr/>
          <a:lstStyle/>
          <a:p>
            <a:r>
              <a:rPr lang="nb-NO" dirty="0"/>
              <a:t>Kontaktpunkter i pilot</a:t>
            </a:r>
          </a:p>
        </p:txBody>
      </p:sp>
      <p:sp>
        <p:nvSpPr>
          <p:cNvPr id="2" name="Title 4">
            <a:extLst>
              <a:ext uri="{FF2B5EF4-FFF2-40B4-BE49-F238E27FC236}">
                <a16:creationId xmlns:a16="http://schemas.microsoft.com/office/drawing/2014/main" id="{FC6C2BB5-91E0-E08C-0AC5-E11068E483C4}"/>
              </a:ext>
            </a:extLst>
          </p:cNvPr>
          <p:cNvSpPr txBox="1">
            <a:spLocks/>
          </p:cNvSpPr>
          <p:nvPr/>
        </p:nvSpPr>
        <p:spPr>
          <a:xfrm>
            <a:off x="539400" y="1719472"/>
            <a:ext cx="11113200" cy="1123200"/>
          </a:xfrm>
          <a:prstGeom prst="rect">
            <a:avLst/>
          </a:prstGeom>
        </p:spPr>
        <p:txBody>
          <a:bodyPr vert="horz" lIns="0" tIns="0" rIns="0" bIns="45720" rtlCol="0" anchor="t" anchorCtr="0">
            <a:noAutofit/>
          </a:bodyPr>
          <a:lstStyle>
            <a:lvl1pPr algn="l" defTabSz="914400" rtl="0" eaLnBrk="1" latinLnBrk="0" hangingPunct="1">
              <a:lnSpc>
                <a:spcPct val="90000"/>
              </a:lnSpc>
              <a:spcBef>
                <a:spcPct val="0"/>
              </a:spcBef>
              <a:buNone/>
              <a:defRPr sz="3200" b="0" i="0" kern="1200">
                <a:solidFill>
                  <a:schemeClr val="tx1"/>
                </a:solidFill>
                <a:latin typeface="+mn-lt"/>
                <a:ea typeface="+mj-ea"/>
                <a:cs typeface="+mj-cs"/>
              </a:defRPr>
            </a:lvl1pPr>
          </a:lstStyle>
          <a:p>
            <a:r>
              <a:rPr lang="nb-NO" sz="2000" dirty="0"/>
              <a:t>I piloten ønsker vi tett og direkte kontakt med dere i butikk! Dette gjør vi sammen.</a:t>
            </a:r>
          </a:p>
          <a:p>
            <a:endParaRPr lang="nb-NO" sz="2000" dirty="0"/>
          </a:p>
          <a:p>
            <a:endParaRPr lang="nb-NO" sz="2000" dirty="0"/>
          </a:p>
          <a:p>
            <a:r>
              <a:rPr lang="nb-NO" sz="2000" dirty="0"/>
              <a:t>Følgende personer kan kontaktes for spørsmål eller melde ting;</a:t>
            </a:r>
          </a:p>
          <a:p>
            <a:endParaRPr lang="nb-NO" sz="2000" dirty="0"/>
          </a:p>
          <a:p>
            <a:r>
              <a:rPr lang="nb-NO" sz="2000" dirty="0"/>
              <a:t>Henrik: 	907 20 989; </a:t>
            </a:r>
            <a:r>
              <a:rPr lang="nb-NO" sz="2000" dirty="0">
                <a:hlinkClick r:id="rId3"/>
              </a:rPr>
              <a:t>henrik.stoa.ingebo@telenor.no</a:t>
            </a:r>
            <a:r>
              <a:rPr lang="nb-NO" sz="2000" dirty="0"/>
              <a:t> </a:t>
            </a:r>
          </a:p>
          <a:p>
            <a:r>
              <a:rPr lang="nb-NO" sz="2000" dirty="0"/>
              <a:t>Ketil: 	971 72 278; </a:t>
            </a:r>
            <a:r>
              <a:rPr lang="nb-NO" sz="2000" dirty="0">
                <a:hlinkClick r:id="rId4"/>
              </a:rPr>
              <a:t>ketil.jensen@telenor.no</a:t>
            </a:r>
            <a:r>
              <a:rPr lang="nb-NO" sz="2000" dirty="0"/>
              <a:t> </a:t>
            </a:r>
          </a:p>
          <a:p>
            <a:r>
              <a:rPr lang="nb-NO" sz="2000" dirty="0"/>
              <a:t>Gøril:  	414 01 032; </a:t>
            </a:r>
            <a:r>
              <a:rPr lang="nb-NO" sz="2000" dirty="0">
                <a:hlinkClick r:id="rId5"/>
              </a:rPr>
              <a:t>goril.sorstrom.angeltvedt@telenor.no</a:t>
            </a:r>
            <a:r>
              <a:rPr lang="nb-NO" sz="2000" dirty="0"/>
              <a:t> </a:t>
            </a:r>
          </a:p>
          <a:p>
            <a:endParaRPr lang="nb-NO" sz="2000" dirty="0"/>
          </a:p>
          <a:p>
            <a:endParaRPr lang="nb-NO" sz="2000" dirty="0"/>
          </a:p>
          <a:p>
            <a:endParaRPr lang="nb-NO" sz="2000" dirty="0"/>
          </a:p>
          <a:p>
            <a:r>
              <a:rPr lang="nb-NO" sz="2000" dirty="0"/>
              <a:t>Ønskelig med daglig touch på teams?</a:t>
            </a:r>
          </a:p>
          <a:p>
            <a:pPr marL="342900" indent="-342900">
              <a:buFont typeface="Arial" panose="020B0604020202020204" pitchFamily="34" charset="0"/>
              <a:buChar char="•"/>
            </a:pPr>
            <a:endParaRPr lang="nb-NO" sz="2000" dirty="0"/>
          </a:p>
        </p:txBody>
      </p:sp>
    </p:spTree>
    <p:extLst>
      <p:ext uri="{BB962C8B-B14F-4D97-AF65-F5344CB8AC3E}">
        <p14:creationId xmlns:p14="http://schemas.microsoft.com/office/powerpoint/2010/main" val="79978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theme/theme1.xml><?xml version="1.0" encoding="utf-8"?>
<a:theme xmlns:a="http://schemas.openxmlformats.org/drawingml/2006/main" name="Telenor 2025">
  <a:themeElements>
    <a:clrScheme name="Telenor 2025 Office colour theme">
      <a:dk1>
        <a:srgbClr val="070451"/>
      </a:dk1>
      <a:lt1>
        <a:srgbClr val="FFFFFF"/>
      </a:lt1>
      <a:dk2>
        <a:srgbClr val="1C16C5"/>
      </a:dk2>
      <a:lt2>
        <a:srgbClr val="EBFFFF"/>
      </a:lt2>
      <a:accent1>
        <a:srgbClr val="00C8FF"/>
      </a:accent1>
      <a:accent2>
        <a:srgbClr val="2954FF"/>
      </a:accent2>
      <a:accent3>
        <a:srgbClr val="ADFFFE"/>
      </a:accent3>
      <a:accent4>
        <a:srgbClr val="B0FBB8"/>
      </a:accent4>
      <a:accent5>
        <a:srgbClr val="FEF6B8"/>
      </a:accent5>
      <a:accent6>
        <a:srgbClr val="FFB8D7"/>
      </a:accent6>
      <a:hlink>
        <a:srgbClr val="00C8FE"/>
      </a:hlink>
      <a:folHlink>
        <a:srgbClr val="00C8FE"/>
      </a:folHlink>
    </a:clrScheme>
    <a:fontScheme name="Test">
      <a:majorFont>
        <a:latin typeface="TelenorEvolution PPT"/>
        <a:ea typeface=""/>
        <a:cs typeface=""/>
      </a:majorFont>
      <a:minorFont>
        <a:latin typeface="TelenorEvolutionPPT-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lIns="108000" tIns="108000" rIns="108000" bIns="108000" rtlCol="0" anchor="t" anchorCtr="0"/>
      <a:lstStyle>
        <a:defPPr algn="l">
          <a:defRPr sz="1600" dirty="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1"/>
          </a:solidFill>
          <a:tailEnd type="none"/>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marL="0" marR="0" indent="0" algn="l" defTabSz="914400" rtl="0" eaLnBrk="1" fontAlgn="auto" latinLnBrk="0" hangingPunct="1">
          <a:lnSpc>
            <a:spcPct val="110000"/>
          </a:lnSpc>
          <a:spcBef>
            <a:spcPts val="0"/>
          </a:spcBef>
          <a:spcAft>
            <a:spcPts val="0"/>
          </a:spcAft>
          <a:buClrTx/>
          <a:buSzTx/>
          <a:buFontTx/>
          <a:buNone/>
          <a:tabLst/>
          <a:defRPr kumimoji="0" sz="1600" b="0" i="0" u="none" strike="noStrike" kern="1200" cap="none" spc="0" normalizeH="0" baseline="0" noProof="0" dirty="0" err="1" smtClean="0">
            <a:ln>
              <a:noFill/>
            </a:ln>
            <a:solidFill>
              <a:schemeClr val="tx1"/>
            </a:solidFill>
            <a:effectLst/>
            <a:uLnTx/>
            <a:uFillTx/>
            <a:ea typeface="+mn-ea"/>
            <a:cs typeface="Arial" panose="020B0604020202020204" pitchFamily="34" charset="0"/>
          </a:defRPr>
        </a:defPPr>
      </a:lstStyle>
    </a:txDef>
  </a:objectDefaults>
  <a:extraClrSchemeLst/>
  <a:extLst>
    <a:ext uri="{05A4C25C-085E-4340-85A3-A5531E510DB2}">
      <thm15:themeFamily xmlns:thm15="http://schemas.microsoft.com/office/thememl/2012/main" name="Telenor-mal-NO.pptx" id="{C1BBCD63-355D-4F5B-8E1C-673ECC7E7166}" vid="{33D4B2D0-0271-43FD-B671-5964AE226D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lenorEvolution PPT">
      <a:majorFont>
        <a:latin typeface="TelenorEvolutionPPT-Bold"/>
        <a:ea typeface=""/>
        <a:cs typeface=""/>
      </a:majorFont>
      <a:minorFont>
        <a:latin typeface="TelenorEvolutionPPT-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lenorEvolution PPT">
      <a:majorFont>
        <a:latin typeface="TelenorEvolutionPPT-Bold"/>
        <a:ea typeface=""/>
        <a:cs typeface=""/>
      </a:majorFont>
      <a:minorFont>
        <a:latin typeface="TelenorEvolutionPPT-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3654315D3B4A547A90A3962BEC3ADFD" ma:contentTypeVersion="3" ma:contentTypeDescription="Create a new document." ma:contentTypeScope="" ma:versionID="3712dccc23d1cb76fc3569e2e71a1865">
  <xsd:schema xmlns:xsd="http://www.w3.org/2001/XMLSchema" xmlns:xs="http://www.w3.org/2001/XMLSchema" xmlns:p="http://schemas.microsoft.com/office/2006/metadata/properties" xmlns:ns2="b7897fc7-a44b-4122-b1e6-77aecb654797" targetNamespace="http://schemas.microsoft.com/office/2006/metadata/properties" ma:root="true" ma:fieldsID="ab2f937a1de731c594c18d9bcdbbc4c2" ns2:_="">
    <xsd:import namespace="b7897fc7-a44b-4122-b1e6-77aecb65479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897fc7-a44b-4122-b1e6-77aecb6547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6D67136-8A05-45C4-B833-D70463FDF0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7897fc7-a44b-4122-b1e6-77aecb65479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113B0C4-3245-4F01-8BF4-033F411AD72C}">
  <ds:schemaRefs>
    <ds:schemaRef ds:uri="http://schemas.microsoft.com/sharepoint/v3/contenttype/forms"/>
  </ds:schemaRefs>
</ds:datastoreItem>
</file>

<file path=customXml/itemProps3.xml><?xml version="1.0" encoding="utf-8"?>
<ds:datastoreItem xmlns:ds="http://schemas.openxmlformats.org/officeDocument/2006/customXml" ds:itemID="{3F0FF392-0D84-4EA2-8196-6F9DD44543A5}">
  <ds:schemaRefs>
    <ds:schemaRef ds:uri="0d94e890-cee1-4aa9-9359-d5b0b39c9530"/>
    <ds:schemaRef ds:uri="67d1272a-d8bc-47fa-abbb-b4cfb2de9e0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f604d2c9-1577-460e-b668-57374a0216c3}" enabled="1" method="Standard" siteId="{1676489c-5c72-46b7-ba63-9ab90c4aad44}" contentBits="2" removed="0"/>
</clbl:labelList>
</file>

<file path=docProps/app.xml><?xml version="1.0" encoding="utf-8"?>
<Properties xmlns="http://schemas.openxmlformats.org/officeDocument/2006/extended-properties" xmlns:vt="http://schemas.openxmlformats.org/officeDocument/2006/docPropsVTypes">
  <Template>Telenor 2025</Template>
  <TotalTime>20664</TotalTime>
  <Words>777</Words>
  <Application>Microsoft Office PowerPoint</Application>
  <PresentationFormat>Widescreen</PresentationFormat>
  <Paragraphs>109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TelenorEvolution PPT</vt:lpstr>
      <vt:lpstr>TelenorEvolutionPPT-Light</vt:lpstr>
      <vt:lpstr>Telenor 2025</vt:lpstr>
      <vt:lpstr>Pilot Verdikoder  Telenorbutikkene  Trondheim &amp; Omegn 9.-14.februar </vt:lpstr>
      <vt:lpstr>Hva er verdikoder</vt:lpstr>
      <vt:lpstr>Pilot og hensikt</vt:lpstr>
      <vt:lpstr>Vi tester ut 4 verdikoder på 10 000 kunder</vt:lpstr>
      <vt:lpstr>SMS som blir sendt kunden (in progress)</vt:lpstr>
      <vt:lpstr>For selger i butikk &amp; Innsikt</vt:lpstr>
      <vt:lpstr>Tilbakebetaling</vt:lpstr>
      <vt:lpstr>Kontaktpunkter i pilot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Espen Karlsen</dc:creator>
  <cp:lastModifiedBy>Gøril Sørstrøm Angeltvedt</cp:lastModifiedBy>
  <cp:revision>51</cp:revision>
  <dcterms:created xsi:type="dcterms:W3CDTF">2025-09-15T09:28:24Z</dcterms:created>
  <dcterms:modified xsi:type="dcterms:W3CDTF">2026-01-29T14:41:32Z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0821336-263d-4940-a74c-ab7373b99eed_Enabled">
    <vt:lpwstr>true</vt:lpwstr>
  </property>
  <property fmtid="{D5CDD505-2E9C-101B-9397-08002B2CF9AE}" pid="3" name="MSIP_Label_50821336-263d-4940-a74c-ab7373b99eed_SetDate">
    <vt:lpwstr>2025-06-18T09:57:08Z</vt:lpwstr>
  </property>
  <property fmtid="{D5CDD505-2E9C-101B-9397-08002B2CF9AE}" pid="4" name="MSIP_Label_50821336-263d-4940-a74c-ab7373b99eed_Method">
    <vt:lpwstr>Standard</vt:lpwstr>
  </property>
  <property fmtid="{D5CDD505-2E9C-101B-9397-08002B2CF9AE}" pid="5" name="MSIP_Label_50821336-263d-4940-a74c-ab7373b99eed_Name">
    <vt:lpwstr>Internal</vt:lpwstr>
  </property>
  <property fmtid="{D5CDD505-2E9C-101B-9397-08002B2CF9AE}" pid="6" name="MSIP_Label_50821336-263d-4940-a74c-ab7373b99eed_SiteId">
    <vt:lpwstr>6735929c-9dbf-473b-9fc6-5fbdcd2c9fc4</vt:lpwstr>
  </property>
  <property fmtid="{D5CDD505-2E9C-101B-9397-08002B2CF9AE}" pid="7" name="MSIP_Label_50821336-263d-4940-a74c-ab7373b99eed_ActionId">
    <vt:lpwstr>87aee2b2-f572-435d-bbe9-d9f454cd0e4e</vt:lpwstr>
  </property>
  <property fmtid="{D5CDD505-2E9C-101B-9397-08002B2CF9AE}" pid="8" name="MSIP_Label_50821336-263d-4940-a74c-ab7373b99eed_ContentBits">
    <vt:lpwstr>0</vt:lpwstr>
  </property>
  <property fmtid="{D5CDD505-2E9C-101B-9397-08002B2CF9AE}" pid="9" name="MSIP_Label_50821336-263d-4940-a74c-ab7373b99eed_Tag">
    <vt:lpwstr>50, 3, 0, 1</vt:lpwstr>
  </property>
  <property fmtid="{D5CDD505-2E9C-101B-9397-08002B2CF9AE}" pid="10" name="ContentTypeId">
    <vt:lpwstr>0x01010003654315D3B4A547A90A3962BEC3ADFD</vt:lpwstr>
  </property>
  <property fmtid="{D5CDD505-2E9C-101B-9397-08002B2CF9AE}" pid="11" name="MediaServiceImageTags">
    <vt:lpwstr/>
  </property>
  <property fmtid="{D5CDD505-2E9C-101B-9397-08002B2CF9AE}" pid="12" name="ClassificationContentMarkingFooterLocations">
    <vt:lpwstr>Telenor 2025:12</vt:lpwstr>
  </property>
  <property fmtid="{D5CDD505-2E9C-101B-9397-08002B2CF9AE}" pid="13" name="ClassificationContentMarkingFooterText">
    <vt:lpwstr>Sensitivity: Internal</vt:lpwstr>
  </property>
</Properties>
</file>